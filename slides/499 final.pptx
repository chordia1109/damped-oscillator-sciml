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autoCompressPictures="0">
  <p:sldMasterIdLst>
    <p:sldMasterId id="2147483648" r:id="rId1"/>
  </p:sldMasterIdLst>
  <p:notesMasterIdLst>
    <p:notesMasterId r:id="rId4"/>
  </p:notesMasterIdLst>
  <p:handoutMasterIdLst>
    <p:handoutMasterId r:id="rId12"/>
  </p:handoutMasterIdLst>
  <p:sldIdLst>
    <p:sldId id="256" r:id="rId3"/>
    <p:sldId id="271" r:id="rId5"/>
    <p:sldId id="272" r:id="rId6"/>
    <p:sldId id="274" r:id="rId7"/>
    <p:sldId id="275" r:id="rId8"/>
    <p:sldId id="281" r:id="rId9"/>
    <p:sldId id="276" r:id="rId10"/>
    <p:sldId id="277" r:id="rId11"/>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7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B3C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9694" autoAdjust="0"/>
  </p:normalViewPr>
  <p:slideViewPr>
    <p:cSldViewPr snapToGrid="0" snapToObjects="1" showGuides="1">
      <p:cViewPr>
        <p:scale>
          <a:sx n="140" d="100"/>
          <a:sy n="140" d="100"/>
        </p:scale>
        <p:origin x="-192" y="-1560"/>
      </p:cViewPr>
      <p:guideLst>
        <p:guide orient="horz" pos="1620"/>
        <p:guide pos="287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handoutMaster" Target="handoutMasters/handoutMaster1.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E6D1952-4C8C-594A-8D47-CC3EBD31CD69}" type="datetimeFigureOut">
              <a:rPr lang="en-US" smtClean="0"/>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632E9FD-FA40-FC48-8917-175ED0BCC748}" type="slidenum">
              <a:rPr lang="en-US" smtClean="0"/>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AE82BA9-193E-D440-8A2C-9653656F2AE3}" type="datetimeFigureOut">
              <a:rPr lang="en-US" smtClean="0"/>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363C63D-0C1A-0E4C-A0BD-8D65A9542426}" type="slidenum">
              <a:rPr lang="en-US" smtClean="0"/>
            </a:fld>
            <a:endParaRPr lang="en-US"/>
          </a:p>
        </p:txBody>
      </p:sp>
    </p:spTree>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Hello everyone. My name is Yiming Ma. Today I will present my project on comparing classical numerical solvers and a physics-informed neural network for the damped harmonic oscillator. The goal of this project is to study how well different methods solve a simple dynamical system, and to compare their accuracy and behavior.”</a:t>
            </a:r>
            <a:endParaRPr lang="en-US" altLang="zh-CN"/>
          </a:p>
        </p:txBody>
      </p:sp>
      <p:sp>
        <p:nvSpPr>
          <p:cNvPr id="4" name="灯片编号占位符 3"/>
          <p:cNvSpPr>
            <a:spLocks noGrp="1"/>
          </p:cNvSpPr>
          <p:nvPr>
            <p:ph type="sldNum" sz="quarter" idx="5"/>
          </p:nvPr>
        </p:nvSpPr>
        <p:spPr/>
        <p:txBody>
          <a:bodyPr/>
          <a:p>
            <a:fld id="{6363C63D-0C1A-0E4C-A0BD-8D65A9542426}"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The damped harmonic oscillator is a classical system that appears in many areas such as mechanical vibration, structural dynamics, and electrical circuits. Because of the damping term, the oscillation amplitude decreases over time. In this project, I compare three methods: Euler, RK4, and a simple PINN. I focus on their accuracy and on the difference between classical numerical methods and scientific machine learning. The damped harmonic oscillator is a good benchmark problem because the physics is simple enough to understand, but still rich enough to show meaningful differences between methods. It has a clear oscillatory structure, damping behavior, and an analytical interpretation. This makes it a useful starting point for comparing traditional numerical solvers with scientific machine learning approaches. I also chose this problem because it allows us to focus on method behavior without the complication of a very large system.</a:t>
            </a:r>
            <a:endParaRPr lang="en-US" altLang="zh-CN"/>
          </a:p>
        </p:txBody>
      </p:sp>
      <p:sp>
        <p:nvSpPr>
          <p:cNvPr id="4" name="灯片编号占位符 3"/>
          <p:cNvSpPr>
            <a:spLocks noGrp="1"/>
          </p:cNvSpPr>
          <p:nvPr>
            <p:ph type="sldNum" sz="quarter" idx="5"/>
          </p:nvPr>
        </p:nvSpPr>
        <p:spPr/>
        <p:txBody>
          <a:bodyPr/>
          <a:p>
            <a:fld id="{6363C63D-0C1A-0E4C-A0BD-8D65A9542426}"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The system is governed by a second-order ordinary differential equation, where m represents the mass, c is the damping coefficient, and k is the spring constant. In this project, I used the specified parameter values together with the initial conditions x(0) = 1 and x'(0) = 0.x at zero equals one, and x prime at zero equals zero. The figure on the right shows the reference solution. It can be seen that the system exhibits an underdamped oscillation with an amplitude that gradually decreases over time. This is an underdamped system, which means the solution still oscillates, but the amplitude gradually decreases over time because of energy loss from damping. This is important for testing numerical methods, because a good method should capture both the oscillation frequency and the decay of amplitude. If the method is not accurate enough, it may distort the phase, the amplitude, or both.</a:t>
            </a:r>
            <a:endParaRPr lang="en-US" altLang="zh-CN"/>
          </a:p>
        </p:txBody>
      </p:sp>
      <p:sp>
        <p:nvSpPr>
          <p:cNvPr id="4" name="灯片编号占位符 3"/>
          <p:cNvSpPr>
            <a:spLocks noGrp="1"/>
          </p:cNvSpPr>
          <p:nvPr>
            <p:ph type="sldNum" sz="quarter" idx="5"/>
          </p:nvPr>
        </p:nvSpPr>
        <p:spPr/>
        <p:txBody>
          <a:bodyPr/>
          <a:p>
            <a:fld id="{6363C63D-0C1A-0E4C-A0BD-8D65A9542426}"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For the classical numerical methods, I first rewrote the second-order ODE as a first-order system. Then I implemented Euler and RK4. Euler is simple and easy to implement, but its accuracy is lower. RK4 is a higher-order method, so it is generally more accurate. I used SciPy’s solve_ivp to generate the reference solution for comparison.”To apply standard ODE solvers, I first converted the second-order equation into a first-order system by introducing velocity as a second variable. This is a common step because many numerical ODE methods are naturally written for first-order systems. Euler uses only local slope information at the current step, so it is simple but may accumulate error quickly. In contrast, RK4 evaluates the slope multiple times within one step, which usually gives a much better approximation. I used SciPy’s solve_ivp as a reference because it provides a reliable baseline for comparison.</a:t>
            </a:r>
            <a:endParaRPr lang="en-US" altLang="zh-CN"/>
          </a:p>
        </p:txBody>
      </p:sp>
      <p:sp>
        <p:nvSpPr>
          <p:cNvPr id="4" name="灯片编号占位符 3"/>
          <p:cNvSpPr>
            <a:spLocks noGrp="1"/>
          </p:cNvSpPr>
          <p:nvPr>
            <p:ph type="sldNum" sz="quarter" idx="5"/>
          </p:nvPr>
        </p:nvSpPr>
        <p:spPr/>
        <p:txBody>
          <a:bodyPr/>
          <a:p>
            <a:fld id="{6363C63D-0C1A-0E4C-A0BD-8D65A9542426}"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For the scientific machine learning part, I implemented a simple physics-informed neural network, or PINN. The network takes time as input and predicts displacement as output. Instead of fitting many labeled data points, the PINN is trained by minimizing a loss function that combines the ODE residual and the initial conditions. In this way, the model learns a solution that is physically consistent. A key difference from standard supervised learning is that the PINN does not mainly rely on many labeled solution points. Instead, it uses the governing equation itself as part of the training signal. This is appealing because in many scientific problems, collecting data may be expensive, but the physical law is already known. At the same time, training a PINN can be more challenging because the optimization problem is more complicated, and balancing different loss terms is not always easy.</a:t>
            </a:r>
            <a:endParaRPr lang="en-US" altLang="zh-CN"/>
          </a:p>
        </p:txBody>
      </p:sp>
      <p:sp>
        <p:nvSpPr>
          <p:cNvPr id="4" name="灯片编号占位符 3"/>
          <p:cNvSpPr>
            <a:spLocks noGrp="1"/>
          </p:cNvSpPr>
          <p:nvPr>
            <p:ph type="sldNum" sz="quarter" idx="5"/>
          </p:nvPr>
        </p:nvSpPr>
        <p:spPr/>
        <p:txBody>
          <a:bodyPr/>
          <a:p>
            <a:fld id="{6363C63D-0C1A-0E4C-A0BD-8D65A9542426}"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This figure compares the reference solution with Euler and R K four.</a:t>
            </a:r>
            <a:endParaRPr lang="en-US" altLang="zh-CN"/>
          </a:p>
          <a:p>
            <a:r>
              <a:rPr lang="en-US" altLang="zh-CN"/>
              <a:t>Both methods capture the oscillation trend, but R K four follows the reference much more closely.</a:t>
            </a:r>
            <a:endParaRPr lang="en-US" altLang="zh-CN"/>
          </a:p>
          <a:p>
            <a:r>
              <a:rPr lang="en-US" altLang="zh-CN"/>
              <a:t>The M S E results show this clearly.</a:t>
            </a:r>
            <a:endParaRPr lang="en-US" altLang="zh-CN"/>
          </a:p>
          <a:p>
            <a:r>
              <a:rPr lang="en-US" altLang="zh-CN"/>
              <a:t>Euler has an M S E of about </a:t>
            </a:r>
            <a:r>
              <a:rPr lang="en-US" altLang="zh-CN" b="1">
                <a:ln>
                  <a:noFill/>
                </a:ln>
                <a:solidFill>
                  <a:schemeClr val="accent4">
                    <a:lumMod val="75000"/>
                  </a:schemeClr>
                </a:solidFill>
                <a:latin typeface="Times New Roman Bold" panose="02020603050405020304" charset="0"/>
                <a:cs typeface="Times New Roman Bold" panose="02020603050405020304" charset="0"/>
                <a:sym typeface="+mn-ea"/>
              </a:rPr>
              <a:t>2.51×10</a:t>
            </a:r>
            <a:r>
              <a:rPr lang="en-US" altLang="zh-CN" b="1" baseline="30000">
                <a:ln>
                  <a:noFill/>
                </a:ln>
                <a:solidFill>
                  <a:schemeClr val="accent4">
                    <a:lumMod val="75000"/>
                  </a:schemeClr>
                </a:solidFill>
                <a:latin typeface="Times New Roman Bold" panose="02020603050405020304" charset="0"/>
                <a:cs typeface="Times New Roman Bold" panose="02020603050405020304" charset="0"/>
                <a:sym typeface="+mn-ea"/>
              </a:rPr>
              <a:t>-3</a:t>
            </a:r>
            <a:endParaRPr lang="en-US" altLang="zh-CN" b="1" baseline="30000">
              <a:ln>
                <a:noFill/>
              </a:ln>
              <a:solidFill>
                <a:schemeClr val="accent4">
                  <a:lumMod val="75000"/>
                </a:schemeClr>
              </a:solidFill>
              <a:latin typeface="Times New Roman Bold" panose="02020603050405020304" charset="0"/>
              <a:cs typeface="Times New Roman Bold" panose="02020603050405020304" charset="0"/>
            </a:endParaRPr>
          </a:p>
          <a:p>
            <a:r>
              <a:rPr lang="en-US" altLang="zh-CN"/>
              <a:t>, while R K four has an M S E of about </a:t>
            </a:r>
            <a:r>
              <a:rPr lang="en-US" altLang="zh-CN" b="1">
                <a:ln>
                  <a:noFill/>
                </a:ln>
                <a:solidFill>
                  <a:schemeClr val="accent4">
                    <a:lumMod val="75000"/>
                  </a:schemeClr>
                </a:solidFill>
                <a:latin typeface="Times New Roman Bold" panose="02020603050405020304" charset="0"/>
                <a:cs typeface="Times New Roman Bold" panose="02020603050405020304" charset="0"/>
                <a:sym typeface="+mn-ea"/>
              </a:rPr>
              <a:t>3.04×10</a:t>
            </a:r>
            <a:r>
              <a:rPr lang="en-US" altLang="zh-CN" b="1" baseline="30000">
                <a:ln>
                  <a:noFill/>
                </a:ln>
                <a:solidFill>
                  <a:schemeClr val="accent4">
                    <a:lumMod val="75000"/>
                  </a:schemeClr>
                </a:solidFill>
                <a:latin typeface="Times New Roman Bold" panose="02020603050405020304" charset="0"/>
                <a:cs typeface="Times New Roman Bold" panose="02020603050405020304" charset="0"/>
                <a:sym typeface="+mn-ea"/>
              </a:rPr>
              <a:t>-7</a:t>
            </a:r>
            <a:r>
              <a:rPr lang="en-US" altLang="zh-CN"/>
              <a:t>.</a:t>
            </a:r>
            <a:endParaRPr lang="en-US" altLang="zh-CN"/>
          </a:p>
          <a:p>
            <a:r>
              <a:rPr lang="en-US" altLang="zh-CN"/>
              <a:t>So, for this problem, R K four is much more accurate than Euler. From the plot, we can see that both methods capture the overall oscillatory pattern, which means both are qualitatively correct. However, Euler begins to drift away from the reference more noticeably. This likely happens because its local approximation is much less accurate, so the error accumulates over time. The much smaller MSE for RK4 confirms that it preserves the trajectory much better across the full time interval.</a:t>
            </a:r>
            <a:endParaRPr lang="en-US" altLang="zh-CN"/>
          </a:p>
        </p:txBody>
      </p:sp>
      <p:sp>
        <p:nvSpPr>
          <p:cNvPr id="4" name="灯片编号占位符 3"/>
          <p:cNvSpPr>
            <a:spLocks noGrp="1"/>
          </p:cNvSpPr>
          <p:nvPr>
            <p:ph type="sldNum" sz="quarter" idx="5"/>
          </p:nvPr>
        </p:nvSpPr>
        <p:spPr/>
        <p:txBody>
          <a:bodyPr/>
          <a:p>
            <a:fld id="{6363C63D-0C1A-0E4C-A0BD-8D65A9542426}"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This figure shows the PINN prediction compared with the reference solution. The PINN learned the general damped oscillatory trend, especially in the earlier part of the trajectory. However, the prediction deviates more at later times. The final PINN MSE is about </a:t>
            </a:r>
            <a:endParaRPr lang="en-US" altLang="zh-CN"/>
          </a:p>
          <a:p>
            <a:r>
              <a:rPr lang="en-US" altLang="zh-CN"/>
              <a:t>2.6*10-2, which is larger than both Euler and RK4 in this experiment. So the simple PINN captured the qualitative behavior, but its quantitative accuracy was limited. Even though the quantitative accuracy is limited, the PINN still learned the main physical pattern: oscillation together with decaying amplitude. So it is not a complete failure; rather, it captures the qualitative behavior better than the final MSE alone might suggest. One reason the performance may be limited is that this was a relatively simple PINN setup. Better tuning, a different network architecture, more training iterations, or improved loss weighting might improve the result.</a:t>
            </a:r>
            <a:endParaRPr lang="en-US" altLang="zh-CN"/>
          </a:p>
        </p:txBody>
      </p:sp>
      <p:sp>
        <p:nvSpPr>
          <p:cNvPr id="4" name="灯片编号占位符 3"/>
          <p:cNvSpPr>
            <a:spLocks noGrp="1"/>
          </p:cNvSpPr>
          <p:nvPr>
            <p:ph type="sldNum" sz="quarter" idx="5"/>
          </p:nvPr>
        </p:nvSpPr>
        <p:spPr/>
        <p:txBody>
          <a:bodyPr/>
          <a:p>
            <a:fld id="{6363C63D-0C1A-0E4C-A0BD-8D65A9542426}"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In conclusion, RK4 produced the most accurate solution by a large margin. Euler captured the overall trend but accumulated larger numerical error. The PINN learned the qualitative damped oscillatory behavior, but it was less accurate than the classical methods in this simple case. Overall, this project shows that classical numerical solvers remain very effective for simple ODEs, while PINNs provide a flexible scientific machine learning framework that may become more useful in more complex settings. Although PINN was less accurate in this simple problem, it is still worth exploring because it can be useful when data are limited, the physics must be enforced, or traditional solvers are difficult to apply. One takeaway from this project is that the best method depends strongly on the problem type. For a simple low-dimensional ODE like this one, classical numerical solvers are hard to beat in efficiency and accuracy. But PINNs are still interesting because they may become more useful when data are scarce, when physical constraints are important, or when we move to more complex systems where traditional approaches become harder to apply.Thank you.”</a:t>
            </a:r>
            <a:endParaRPr lang="en-US" altLang="zh-CN"/>
          </a:p>
        </p:txBody>
      </p:sp>
      <p:sp>
        <p:nvSpPr>
          <p:cNvPr id="4" name="灯片编号占位符 3"/>
          <p:cNvSpPr>
            <a:spLocks noGrp="1"/>
          </p:cNvSpPr>
          <p:nvPr>
            <p:ph type="sldNum" sz="quarter" idx="5"/>
          </p:nvPr>
        </p:nvSpPr>
        <p:spPr/>
        <p:txBody>
          <a:bodyPr/>
          <a:p>
            <a:fld id="{6363C63D-0C1A-0E4C-A0BD-8D65A9542426}"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eparator Page 1">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1542060"/>
            <a:ext cx="9144000" cy="2054160"/>
          </a:xfrm>
        </p:spPr>
        <p:txBody>
          <a:bodyPr/>
          <a:lstStyle>
            <a:lvl1pPr algn="ctr">
              <a:defRPr>
                <a:solidFill>
                  <a:schemeClr val="bg1"/>
                </a:solidFill>
                <a:latin typeface="Arial" panose="020B0604020202090204"/>
              </a:defRPr>
            </a:lvl1pPr>
          </a:lstStyle>
          <a:p>
            <a:r>
              <a:rPr lang="en-US" dirty="0" smtClean="0"/>
              <a:t>Separator</a:t>
            </a:r>
            <a:endParaRPr lang="en-US" dirty="0"/>
          </a:p>
        </p:txBody>
      </p:sp>
      <p:sp>
        <p:nvSpPr>
          <p:cNvPr id="3" name="TextBox 2"/>
          <p:cNvSpPr txBox="1"/>
          <p:nvPr userDrawn="1"/>
        </p:nvSpPr>
        <p:spPr>
          <a:xfrm>
            <a:off x="7057571" y="-916214"/>
            <a:ext cx="184666" cy="369332"/>
          </a:xfrm>
          <a:prstGeom prst="rect">
            <a:avLst/>
          </a:prstGeom>
          <a:noFill/>
        </p:spPr>
        <p:txBody>
          <a:bodyPr wrap="none" rtlCol="0">
            <a:spAutoFit/>
          </a:bodyPr>
          <a:lstStyle/>
          <a:p>
            <a:endParaRPr lang="en-US" dirty="0"/>
          </a:p>
        </p:txBody>
      </p:sp>
      <p:pic>
        <p:nvPicPr>
          <p:cNvPr id="5" name="Picture 4" descr="NWU PPT Wide Opt 2 - No Wordmark_Separator 1.jp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parator Page 2">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1542060"/>
            <a:ext cx="9144000" cy="2054160"/>
          </a:xfrm>
        </p:spPr>
        <p:txBody>
          <a:bodyPr/>
          <a:lstStyle>
            <a:lvl1pPr algn="ctr">
              <a:defRPr>
                <a:solidFill>
                  <a:schemeClr val="bg1"/>
                </a:solidFill>
                <a:latin typeface="Arial" panose="020B0604020202090204"/>
              </a:defRPr>
            </a:lvl1pPr>
          </a:lstStyle>
          <a:p>
            <a:r>
              <a:rPr lang="en-US" dirty="0" smtClean="0"/>
              <a:t>Separator</a:t>
            </a:r>
            <a:endParaRPr lang="en-US" dirty="0"/>
          </a:p>
        </p:txBody>
      </p:sp>
      <p:pic>
        <p:nvPicPr>
          <p:cNvPr id="4" name="Picture 3" descr="NWU PPT Wide Opt 2 - No Wordmark_Separator 2.jp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aster 3">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Date Placeholder 1"/>
          <p:cNvSpPr>
            <a:spLocks noGrp="1"/>
          </p:cNvSpPr>
          <p:nvPr>
            <p:ph type="dt" sz="half" idx="10"/>
          </p:nvPr>
        </p:nvSpPr>
        <p:spPr/>
        <p:txBody>
          <a:bodyPr/>
          <a:lstStyle>
            <a:lvl1pPr>
              <a:defRPr>
                <a:latin typeface="Arial" panose="020B0604020202090204"/>
              </a:defRPr>
            </a:lvl1pPr>
          </a:lstStyle>
          <a:p>
            <a:fld id="{D3421027-4EC0-9C48-8CFB-B8A3104CB056}" type="datetime1">
              <a:rPr lang="en-US" smtClean="0"/>
            </a:fld>
            <a:endParaRPr lang="en-US"/>
          </a:p>
        </p:txBody>
      </p:sp>
      <p:sp>
        <p:nvSpPr>
          <p:cNvPr id="3" name="Footer Placeholder 2"/>
          <p:cNvSpPr>
            <a:spLocks noGrp="1"/>
          </p:cNvSpPr>
          <p:nvPr>
            <p:ph type="ftr" sz="quarter" idx="11"/>
          </p:nvPr>
        </p:nvSpPr>
        <p:spPr/>
        <p:txBody>
          <a:bodyPr/>
          <a:lstStyle>
            <a:lvl1pPr>
              <a:defRPr>
                <a:latin typeface="Arial" panose="020B0604020202090204"/>
              </a:defRPr>
            </a:lvl1pPr>
          </a:lstStyle>
          <a:p>
            <a:endParaRPr lang="en-US"/>
          </a:p>
        </p:txBody>
      </p:sp>
      <p:sp>
        <p:nvSpPr>
          <p:cNvPr id="4" name="Slide Number Placeholder 3"/>
          <p:cNvSpPr>
            <a:spLocks noGrp="1"/>
          </p:cNvSpPr>
          <p:nvPr>
            <p:ph type="sldNum" sz="quarter" idx="12"/>
          </p:nvPr>
        </p:nvSpPr>
        <p:spPr/>
        <p:txBody>
          <a:bodyPr/>
          <a:lstStyle>
            <a:lvl1pPr>
              <a:defRPr>
                <a:latin typeface="Arial" panose="020B0604020202090204"/>
              </a:defRPr>
            </a:lvl1pPr>
          </a:lstStyle>
          <a:p>
            <a:fld id="{106E12CD-FCB1-464E-A775-0B83FDDACE03}" type="slidenum">
              <a:rPr lang="en-US" smtClean="0"/>
            </a:fld>
            <a:endParaRPr lang="en-US"/>
          </a:p>
        </p:txBody>
      </p:sp>
      <p:sp>
        <p:nvSpPr>
          <p:cNvPr id="8" name="Title 7"/>
          <p:cNvSpPr>
            <a:spLocks noGrp="1"/>
          </p:cNvSpPr>
          <p:nvPr>
            <p:ph type="title"/>
          </p:nvPr>
        </p:nvSpPr>
        <p:spPr/>
        <p:txBody>
          <a:bodyPr/>
          <a:lstStyle>
            <a:lvl1pPr>
              <a:defRPr>
                <a:latin typeface="Arial" panose="020B0604020202090204"/>
                <a:cs typeface="Arial" panose="020B0604020202090204"/>
              </a:defRPr>
            </a:lvl1pPr>
          </a:lstStyle>
          <a:p>
            <a:r>
              <a:rPr lang="en-US" dirty="0" smtClean="0"/>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lvl1pPr>
              <a:defRPr>
                <a:latin typeface="Arial" panose="020B0604020202090204"/>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latin typeface="Arial" panose="020B0604020202090204"/>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lvl1pPr>
              <a:defRPr>
                <a:latin typeface="Arial" panose="020B0604020202090204"/>
              </a:defRPr>
            </a:lvl1pPr>
          </a:lstStyle>
          <a:p>
            <a:fld id="{FA5DAB8B-8178-D047-869E-5A62AF236443}"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lvl1pPr>
              <a:defRPr>
                <a:latin typeface="Arial" panose="020B0604020202090204"/>
              </a:defRPr>
            </a:lvl1pPr>
          </a:lstStyle>
          <a:p>
            <a:fld id="{106E12CD-FCB1-464E-A775-0B83FDDACE03}"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90204"/>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a:latin typeface="Arial" panose="020B0604020202090204"/>
              </a:defRPr>
            </a:lvl1pPr>
            <a:lvl2pPr>
              <a:defRPr>
                <a:latin typeface="Arial" panose="020B0604020202090204"/>
              </a:defRPr>
            </a:lvl2pPr>
            <a:lvl3pPr>
              <a:defRPr>
                <a:latin typeface="Arial" panose="020B0604020202090204"/>
              </a:defRPr>
            </a:lvl3pPr>
            <a:lvl4pPr>
              <a:defRPr>
                <a:latin typeface="Arial" panose="020B0604020202090204"/>
              </a:defRPr>
            </a:lvl4pPr>
            <a:lvl5pPr>
              <a:defRPr>
                <a:latin typeface="Arial" panose="020B0604020202090204"/>
              </a:defRPr>
            </a:lvl5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lvl1pPr>
              <a:defRPr>
                <a:latin typeface="Arial" panose="020B0604020202090204"/>
              </a:defRPr>
            </a:lvl1pPr>
          </a:lstStyle>
          <a:p>
            <a:fld id="{B9AB8213-A564-3C44-8CA0-968996562138}" type="datetime1">
              <a:rPr lang="en-US" smtClean="0"/>
            </a:fld>
            <a:endParaRPr lang="en-US"/>
          </a:p>
        </p:txBody>
      </p:sp>
      <p:sp>
        <p:nvSpPr>
          <p:cNvPr id="5" name="Footer Placeholder 4"/>
          <p:cNvSpPr>
            <a:spLocks noGrp="1"/>
          </p:cNvSpPr>
          <p:nvPr>
            <p:ph type="ftr" sz="quarter" idx="11"/>
          </p:nvPr>
        </p:nvSpPr>
        <p:spPr/>
        <p:txBody>
          <a:bodyPr/>
          <a:lstStyle>
            <a:lvl1pPr>
              <a:defRPr>
                <a:latin typeface="Arial" panose="020B0604020202090204"/>
              </a:defRPr>
            </a:lvl1pPr>
          </a:lstStyle>
          <a:p>
            <a:endParaRPr lang="en-US"/>
          </a:p>
        </p:txBody>
      </p:sp>
      <p:sp>
        <p:nvSpPr>
          <p:cNvPr id="6" name="Slide Number Placeholder 5"/>
          <p:cNvSpPr>
            <a:spLocks noGrp="1"/>
          </p:cNvSpPr>
          <p:nvPr>
            <p:ph type="sldNum" sz="quarter" idx="12"/>
          </p:nvPr>
        </p:nvSpPr>
        <p:spPr/>
        <p:txBody>
          <a:bodyPr/>
          <a:lstStyle>
            <a:lvl1pPr>
              <a:defRPr>
                <a:latin typeface="Arial" panose="020B0604020202090204"/>
              </a:defRPr>
            </a:lvl1pPr>
          </a:lstStyle>
          <a:p>
            <a:fld id="{106E12CD-FCB1-464E-A775-0B83FDDACE03}"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normAutofit/>
          </a:bodyPr>
          <a:lstStyle>
            <a:lvl1pPr algn="l">
              <a:defRPr sz="3200" b="1" cap="all">
                <a:latin typeface="Arial" panose="020B0604020202090204"/>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latin typeface="Arial" panose="020B0604020202090204"/>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Click to edit Master text styles</a:t>
            </a:r>
            <a:endParaRPr lang="en-US" dirty="0" smtClean="0"/>
          </a:p>
        </p:txBody>
      </p:sp>
      <p:sp>
        <p:nvSpPr>
          <p:cNvPr id="4" name="Date Placeholder 3"/>
          <p:cNvSpPr>
            <a:spLocks noGrp="1"/>
          </p:cNvSpPr>
          <p:nvPr>
            <p:ph type="dt" sz="half" idx="10"/>
          </p:nvPr>
        </p:nvSpPr>
        <p:spPr/>
        <p:txBody>
          <a:bodyPr/>
          <a:lstStyle>
            <a:lvl1pPr>
              <a:defRPr>
                <a:latin typeface="Arial" panose="020B0604020202090204"/>
              </a:defRPr>
            </a:lvl1pPr>
          </a:lstStyle>
          <a:p>
            <a:fld id="{0A83DA12-03A5-114A-ABAE-78CD6BB6AC19}" type="datetime1">
              <a:rPr lang="en-US" smtClean="0"/>
            </a:fld>
            <a:endParaRPr lang="en-US"/>
          </a:p>
        </p:txBody>
      </p:sp>
      <p:sp>
        <p:nvSpPr>
          <p:cNvPr id="5" name="Footer Placeholder 4"/>
          <p:cNvSpPr>
            <a:spLocks noGrp="1"/>
          </p:cNvSpPr>
          <p:nvPr>
            <p:ph type="ftr" sz="quarter" idx="11"/>
          </p:nvPr>
        </p:nvSpPr>
        <p:spPr/>
        <p:txBody>
          <a:bodyPr/>
          <a:lstStyle>
            <a:lvl1pPr>
              <a:defRPr>
                <a:latin typeface="Arial" panose="020B0604020202090204"/>
              </a:defRPr>
            </a:lvl1pPr>
          </a:lstStyle>
          <a:p>
            <a:endParaRPr lang="en-US"/>
          </a:p>
        </p:txBody>
      </p:sp>
      <p:sp>
        <p:nvSpPr>
          <p:cNvPr id="6" name="Slide Number Placeholder 5"/>
          <p:cNvSpPr>
            <a:spLocks noGrp="1"/>
          </p:cNvSpPr>
          <p:nvPr>
            <p:ph type="sldNum" sz="quarter" idx="12"/>
          </p:nvPr>
        </p:nvSpPr>
        <p:spPr/>
        <p:txBody>
          <a:bodyPr/>
          <a:lstStyle>
            <a:lvl1pPr>
              <a:defRPr>
                <a:latin typeface="Arial" panose="020B0604020202090204"/>
              </a:defRPr>
            </a:lvl1pPr>
          </a:lstStyle>
          <a:p>
            <a:fld id="{106E12CD-FCB1-464E-A775-0B83FDDACE03}"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90204"/>
              </a:defRPr>
            </a:lvl1pPr>
          </a:lstStyle>
          <a:p>
            <a:r>
              <a:rPr lang="en-US" dirty="0" smtClean="0"/>
              <a:t>Click to edit Master title style</a:t>
            </a:r>
            <a:endParaRPr lang="en-US" dirty="0"/>
          </a:p>
        </p:txBody>
      </p:sp>
      <p:sp>
        <p:nvSpPr>
          <p:cNvPr id="3" name="Content Placeholder 2"/>
          <p:cNvSpPr>
            <a:spLocks noGrp="1"/>
          </p:cNvSpPr>
          <p:nvPr>
            <p:ph sz="half" idx="1"/>
          </p:nvPr>
        </p:nvSpPr>
        <p:spPr>
          <a:xfrm>
            <a:off x="457200" y="1200151"/>
            <a:ext cx="4038600" cy="3394472"/>
          </a:xfrm>
        </p:spPr>
        <p:txBody>
          <a:bodyPr/>
          <a:lstStyle>
            <a:lvl1pPr>
              <a:defRPr sz="2800">
                <a:latin typeface="Arial" panose="020B0604020202090204"/>
              </a:defRPr>
            </a:lvl1pPr>
            <a:lvl2pPr>
              <a:defRPr sz="2400">
                <a:latin typeface="Arial" panose="020B0604020202090204"/>
              </a:defRPr>
            </a:lvl2pPr>
            <a:lvl3pPr>
              <a:defRPr sz="2000">
                <a:latin typeface="Arial" panose="020B0604020202090204"/>
              </a:defRPr>
            </a:lvl3pPr>
            <a:lvl4pPr>
              <a:defRPr sz="1800">
                <a:latin typeface="Arial" panose="020B0604020202090204"/>
              </a:defRPr>
            </a:lvl4pPr>
            <a:lvl5pPr>
              <a:defRPr sz="1800">
                <a:latin typeface="Arial" panose="020B0604020202090204"/>
              </a:defRPr>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atin typeface="Arial" panose="020B0604020202090204"/>
              </a:defRPr>
            </a:lvl1pPr>
            <a:lvl2pPr>
              <a:defRPr sz="2400">
                <a:latin typeface="Arial" panose="020B0604020202090204"/>
              </a:defRPr>
            </a:lvl2pPr>
            <a:lvl3pPr>
              <a:defRPr sz="2000">
                <a:latin typeface="Arial" panose="020B0604020202090204"/>
              </a:defRPr>
            </a:lvl3pPr>
            <a:lvl4pPr>
              <a:defRPr sz="1800">
                <a:latin typeface="Arial" panose="020B0604020202090204"/>
              </a:defRPr>
            </a:lvl4pPr>
            <a:lvl5pPr>
              <a:defRPr sz="1800">
                <a:latin typeface="Arial" panose="020B0604020202090204"/>
              </a:defRPr>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lvl1pPr>
              <a:defRPr>
                <a:latin typeface="Arial" panose="020B0604020202090204"/>
              </a:defRPr>
            </a:lvl1pPr>
          </a:lstStyle>
          <a:p>
            <a:fld id="{1FFF386F-14E4-954A-9EC2-E277FFD66D49}" type="datetime1">
              <a:rPr lang="en-US" smtClean="0"/>
            </a:fld>
            <a:endParaRPr lang="en-US"/>
          </a:p>
        </p:txBody>
      </p:sp>
      <p:sp>
        <p:nvSpPr>
          <p:cNvPr id="6" name="Footer Placeholder 5"/>
          <p:cNvSpPr>
            <a:spLocks noGrp="1"/>
          </p:cNvSpPr>
          <p:nvPr>
            <p:ph type="ftr" sz="quarter" idx="11"/>
          </p:nvPr>
        </p:nvSpPr>
        <p:spPr/>
        <p:txBody>
          <a:bodyPr/>
          <a:lstStyle>
            <a:lvl1pPr>
              <a:defRPr>
                <a:latin typeface="Arial" panose="020B0604020202090204"/>
              </a:defRPr>
            </a:lvl1pPr>
          </a:lstStyle>
          <a:p>
            <a:endParaRPr lang="en-US"/>
          </a:p>
        </p:txBody>
      </p:sp>
      <p:sp>
        <p:nvSpPr>
          <p:cNvPr id="7" name="Slide Number Placeholder 6"/>
          <p:cNvSpPr>
            <a:spLocks noGrp="1"/>
          </p:cNvSpPr>
          <p:nvPr>
            <p:ph type="sldNum" sz="quarter" idx="12"/>
          </p:nvPr>
        </p:nvSpPr>
        <p:spPr/>
        <p:txBody>
          <a:bodyPr/>
          <a:lstStyle>
            <a:lvl1pPr>
              <a:defRPr>
                <a:latin typeface="Arial" panose="020B0604020202090204"/>
              </a:defRPr>
            </a:lvl1pPr>
          </a:lstStyle>
          <a:p>
            <a:fld id="{106E12CD-FCB1-464E-A775-0B83FDDACE03}"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90204"/>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457200" y="1151335"/>
            <a:ext cx="4040188" cy="479822"/>
          </a:xfrm>
        </p:spPr>
        <p:txBody>
          <a:bodyPr anchor="b">
            <a:normAutofit/>
          </a:bodyPr>
          <a:lstStyle>
            <a:lvl1pPr marL="0" indent="0">
              <a:buNone/>
              <a:defRPr sz="2000" b="1">
                <a:latin typeface="Arial" panose="020B0604020202090204"/>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endParaRPr lang="en-US" dirty="0" smtClean="0"/>
          </a:p>
        </p:txBody>
      </p:sp>
      <p:sp>
        <p:nvSpPr>
          <p:cNvPr id="4" name="Content Placeholder 3"/>
          <p:cNvSpPr>
            <a:spLocks noGrp="1"/>
          </p:cNvSpPr>
          <p:nvPr>
            <p:ph sz="half" idx="2"/>
          </p:nvPr>
        </p:nvSpPr>
        <p:spPr>
          <a:xfrm>
            <a:off x="457200" y="1631156"/>
            <a:ext cx="4040188" cy="2963466"/>
          </a:xfrm>
        </p:spPr>
        <p:txBody>
          <a:bodyPr/>
          <a:lstStyle>
            <a:lvl1pPr>
              <a:defRPr sz="2400">
                <a:latin typeface="Arial" panose="020B0604020202090204"/>
              </a:defRPr>
            </a:lvl1pPr>
            <a:lvl2pPr>
              <a:defRPr sz="2000">
                <a:latin typeface="Arial" panose="020B0604020202090204"/>
              </a:defRPr>
            </a:lvl2pPr>
            <a:lvl3pPr>
              <a:defRPr sz="1800">
                <a:latin typeface="Arial" panose="020B0604020202090204"/>
              </a:defRPr>
            </a:lvl3pPr>
            <a:lvl4pPr>
              <a:defRPr sz="1600">
                <a:latin typeface="Arial" panose="020B0604020202090204"/>
              </a:defRPr>
            </a:lvl4pPr>
            <a:lvl5pPr>
              <a:defRPr sz="1600">
                <a:latin typeface="Arial" panose="020B0604020202090204"/>
              </a:defRPr>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normAutofit/>
          </a:bodyPr>
          <a:lstStyle>
            <a:lvl1pPr marL="0" indent="0">
              <a:buNone/>
              <a:defRPr sz="2000" b="1">
                <a:latin typeface="Arial" panose="020B0604020202090204"/>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endParaRPr lang="en-US" dirty="0" smtClean="0"/>
          </a:p>
        </p:txBody>
      </p:sp>
      <p:sp>
        <p:nvSpPr>
          <p:cNvPr id="6" name="Content Placeholder 5"/>
          <p:cNvSpPr>
            <a:spLocks noGrp="1"/>
          </p:cNvSpPr>
          <p:nvPr>
            <p:ph sz="quarter" idx="4"/>
          </p:nvPr>
        </p:nvSpPr>
        <p:spPr>
          <a:xfrm>
            <a:off x="4645026" y="1631156"/>
            <a:ext cx="4041775" cy="2963466"/>
          </a:xfrm>
        </p:spPr>
        <p:txBody>
          <a:bodyPr/>
          <a:lstStyle>
            <a:lvl1pPr>
              <a:defRPr sz="2400">
                <a:latin typeface="Arial" panose="020B0604020202090204"/>
              </a:defRPr>
            </a:lvl1pPr>
            <a:lvl2pPr>
              <a:defRPr sz="2000">
                <a:latin typeface="Arial" panose="020B0604020202090204"/>
              </a:defRPr>
            </a:lvl2pPr>
            <a:lvl3pPr>
              <a:defRPr sz="1800">
                <a:latin typeface="Arial" panose="020B0604020202090204"/>
              </a:defRPr>
            </a:lvl3pPr>
            <a:lvl4pPr>
              <a:defRPr sz="1600">
                <a:latin typeface="Arial" panose="020B0604020202090204"/>
              </a:defRPr>
            </a:lvl4pPr>
            <a:lvl5pPr>
              <a:defRPr sz="1600">
                <a:latin typeface="Arial" panose="020B0604020202090204"/>
              </a:defRPr>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lvl1pPr>
              <a:defRPr>
                <a:latin typeface="Arial" panose="020B0604020202090204"/>
              </a:defRPr>
            </a:lvl1pPr>
          </a:lstStyle>
          <a:p>
            <a:fld id="{D8FFCF06-3344-8345-BEA6-DDAEFCC6ECCE}" type="datetime1">
              <a:rPr lang="en-US" smtClean="0"/>
            </a:fld>
            <a:endParaRPr lang="en-US"/>
          </a:p>
        </p:txBody>
      </p:sp>
      <p:sp>
        <p:nvSpPr>
          <p:cNvPr id="8" name="Footer Placeholder 7"/>
          <p:cNvSpPr>
            <a:spLocks noGrp="1"/>
          </p:cNvSpPr>
          <p:nvPr>
            <p:ph type="ftr" sz="quarter" idx="11"/>
          </p:nvPr>
        </p:nvSpPr>
        <p:spPr/>
        <p:txBody>
          <a:bodyPr/>
          <a:lstStyle>
            <a:lvl1pPr>
              <a:defRPr>
                <a:latin typeface="Arial" panose="020B0604020202090204"/>
              </a:defRPr>
            </a:lvl1pPr>
          </a:lstStyle>
          <a:p>
            <a:endParaRPr lang="en-US"/>
          </a:p>
        </p:txBody>
      </p:sp>
      <p:sp>
        <p:nvSpPr>
          <p:cNvPr id="9" name="Slide Number Placeholder 8"/>
          <p:cNvSpPr>
            <a:spLocks noGrp="1"/>
          </p:cNvSpPr>
          <p:nvPr>
            <p:ph type="sldNum" sz="quarter" idx="12"/>
          </p:nvPr>
        </p:nvSpPr>
        <p:spPr/>
        <p:txBody>
          <a:bodyPr/>
          <a:lstStyle>
            <a:lvl1pPr>
              <a:defRPr>
                <a:latin typeface="Arial" panose="020B0604020202090204"/>
              </a:defRPr>
            </a:lvl1pPr>
          </a:lstStyle>
          <a:p>
            <a:fld id="{106E12CD-FCB1-464E-A775-0B83FDDACE03}"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90204"/>
              </a:defRPr>
            </a:lvl1p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atin typeface="Arial" panose="020B0604020202090204"/>
              </a:defRPr>
            </a:lvl1pPr>
          </a:lstStyle>
          <a:p>
            <a:fld id="{84C6D879-35D4-554E-9D6D-93E8130AA922}" type="datetime1">
              <a:rPr lang="en-US" smtClean="0"/>
            </a:fld>
            <a:endParaRPr lang="en-US"/>
          </a:p>
        </p:txBody>
      </p:sp>
      <p:sp>
        <p:nvSpPr>
          <p:cNvPr id="4" name="Footer Placeholder 3"/>
          <p:cNvSpPr>
            <a:spLocks noGrp="1"/>
          </p:cNvSpPr>
          <p:nvPr>
            <p:ph type="ftr" sz="quarter" idx="11"/>
          </p:nvPr>
        </p:nvSpPr>
        <p:spPr/>
        <p:txBody>
          <a:bodyPr/>
          <a:lstStyle>
            <a:lvl1pPr>
              <a:defRPr>
                <a:latin typeface="Arial" panose="020B0604020202090204"/>
              </a:defRPr>
            </a:lvl1pPr>
          </a:lstStyle>
          <a:p>
            <a:endParaRPr lang="en-US"/>
          </a:p>
        </p:txBody>
      </p:sp>
      <p:sp>
        <p:nvSpPr>
          <p:cNvPr id="5" name="Slide Number Placeholder 4"/>
          <p:cNvSpPr>
            <a:spLocks noGrp="1"/>
          </p:cNvSpPr>
          <p:nvPr>
            <p:ph type="sldNum" sz="quarter" idx="12"/>
          </p:nvPr>
        </p:nvSpPr>
        <p:spPr/>
        <p:txBody>
          <a:bodyPr/>
          <a:lstStyle>
            <a:lvl1pPr>
              <a:defRPr>
                <a:latin typeface="Arial" panose="020B0604020202090204"/>
              </a:defRPr>
            </a:lvl1pPr>
          </a:lstStyle>
          <a:p>
            <a:fld id="{106E12CD-FCB1-464E-A775-0B83FDDACE03}"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atin typeface="Arial" panose="020B0604020202090204"/>
              </a:defRPr>
            </a:lvl1pPr>
          </a:lstStyle>
          <a:p>
            <a:r>
              <a:rPr lang="en-US" smtClean="0"/>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atin typeface="Arial" panose="020B0604020202090204"/>
              </a:defRPr>
            </a:lvl1pPr>
            <a:lvl2pPr>
              <a:defRPr sz="2800">
                <a:latin typeface="Arial" panose="020B0604020202090204"/>
              </a:defRPr>
            </a:lvl2pPr>
            <a:lvl3pPr>
              <a:defRPr sz="2400">
                <a:latin typeface="Arial" panose="020B0604020202090204"/>
              </a:defRPr>
            </a:lvl3pPr>
            <a:lvl4pPr>
              <a:defRPr sz="2000">
                <a:latin typeface="Arial" panose="020B0604020202090204"/>
              </a:defRPr>
            </a:lvl4pPr>
            <a:lvl5pPr>
              <a:defRPr sz="2000">
                <a:latin typeface="Arial" panose="020B0604020202090204"/>
              </a:defRPr>
            </a:lvl5pPr>
            <a:lvl6pPr>
              <a:defRPr sz="2000"/>
            </a:lvl6pPr>
            <a:lvl7pPr>
              <a:defRPr sz="2000"/>
            </a:lvl7pPr>
            <a:lvl8pPr>
              <a:defRPr sz="2000"/>
            </a:lvl8pPr>
            <a:lvl9pPr>
              <a:defRPr sz="2000"/>
            </a:lvl9pPr>
          </a:lstStyle>
          <a:p>
            <a:pPr lvl="0"/>
            <a:r>
              <a:rPr lang="en-US" dirty="0" smtClean="0"/>
              <a:t>Click to edit Master text styles</a:t>
            </a:r>
            <a:endParaRPr lang="en-US" dirty="0" smtClean="0"/>
          </a:p>
          <a:p>
            <a:pPr lvl="1"/>
            <a:r>
              <a:rPr lang="en-US" dirty="0" smtClean="0"/>
              <a:t>Second level</a:t>
            </a:r>
            <a:endParaRPr lang="en-US" dirty="0" smtClean="0"/>
          </a:p>
          <a:p>
            <a:pPr lvl="2"/>
            <a:r>
              <a:rPr lang="en-US" dirty="0" smtClean="0"/>
              <a:t>Third level</a:t>
            </a:r>
            <a:endParaRPr lang="en-US" dirty="0" smtClean="0"/>
          </a:p>
          <a:p>
            <a:pPr lvl="3"/>
            <a:r>
              <a:rPr lang="en-US" dirty="0" smtClean="0"/>
              <a:t>Fourth level</a:t>
            </a:r>
            <a:endParaRPr lang="en-US" dirty="0" smtClean="0"/>
          </a:p>
          <a:p>
            <a:pPr lvl="4"/>
            <a:r>
              <a:rPr lang="en-US" dirty="0" smtClean="0"/>
              <a:t>Fifth level</a:t>
            </a:r>
            <a:endParaRPr lang="en-US" dirty="0"/>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atin typeface="Arial" panose="020B0604020202090204"/>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lvl1pPr>
              <a:defRPr>
                <a:latin typeface="Arial" panose="020B0604020202090204"/>
              </a:defRPr>
            </a:lvl1pPr>
          </a:lstStyle>
          <a:p>
            <a:fld id="{AB182AE3-760A-8E44-AB65-03A533386DFC}" type="datetime1">
              <a:rPr lang="en-US" smtClean="0"/>
            </a:fld>
            <a:endParaRPr lang="en-US"/>
          </a:p>
        </p:txBody>
      </p:sp>
      <p:sp>
        <p:nvSpPr>
          <p:cNvPr id="6" name="Footer Placeholder 5"/>
          <p:cNvSpPr>
            <a:spLocks noGrp="1"/>
          </p:cNvSpPr>
          <p:nvPr>
            <p:ph type="ftr" sz="quarter" idx="11"/>
          </p:nvPr>
        </p:nvSpPr>
        <p:spPr/>
        <p:txBody>
          <a:bodyPr/>
          <a:lstStyle>
            <a:lvl1pPr>
              <a:defRPr>
                <a:latin typeface="Arial" panose="020B0604020202090204"/>
              </a:defRPr>
            </a:lvl1pPr>
          </a:lstStyle>
          <a:p>
            <a:endParaRPr lang="en-US"/>
          </a:p>
        </p:txBody>
      </p:sp>
      <p:sp>
        <p:nvSpPr>
          <p:cNvPr id="7" name="Slide Number Placeholder 6"/>
          <p:cNvSpPr>
            <a:spLocks noGrp="1"/>
          </p:cNvSpPr>
          <p:nvPr>
            <p:ph type="sldNum" sz="quarter" idx="12"/>
          </p:nvPr>
        </p:nvSpPr>
        <p:spPr/>
        <p:txBody>
          <a:bodyPr/>
          <a:lstStyle>
            <a:lvl1pPr>
              <a:defRPr>
                <a:latin typeface="Arial" panose="020B0604020202090204"/>
              </a:defRPr>
            </a:lvl1pPr>
          </a:lstStyle>
          <a:p>
            <a:fld id="{106E12CD-FCB1-464E-A775-0B83FDDACE03}"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atin typeface="Arial" panose="020B0604020202090204"/>
              </a:defRPr>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atin typeface="Arial" panose="020B0604020202090204"/>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atin typeface="Arial" panose="020B0604020202090204"/>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lvl1pPr>
              <a:defRPr>
                <a:latin typeface="Arial" panose="020B0604020202090204"/>
              </a:defRPr>
            </a:lvl1pPr>
          </a:lstStyle>
          <a:p>
            <a:fld id="{B362BA78-8688-C546-A03A-2A39F84C0B58}" type="datetime1">
              <a:rPr lang="en-US" smtClean="0"/>
            </a:fld>
            <a:endParaRPr lang="en-US"/>
          </a:p>
        </p:txBody>
      </p:sp>
      <p:sp>
        <p:nvSpPr>
          <p:cNvPr id="6" name="Footer Placeholder 5"/>
          <p:cNvSpPr>
            <a:spLocks noGrp="1"/>
          </p:cNvSpPr>
          <p:nvPr>
            <p:ph type="ftr" sz="quarter" idx="11"/>
          </p:nvPr>
        </p:nvSpPr>
        <p:spPr/>
        <p:txBody>
          <a:bodyPr/>
          <a:lstStyle>
            <a:lvl1pPr>
              <a:defRPr>
                <a:latin typeface="Arial" panose="020B0604020202090204"/>
              </a:defRPr>
            </a:lvl1pPr>
          </a:lstStyle>
          <a:p>
            <a:endParaRPr lang="en-US"/>
          </a:p>
        </p:txBody>
      </p:sp>
      <p:sp>
        <p:nvSpPr>
          <p:cNvPr id="7" name="Slide Number Placeholder 6"/>
          <p:cNvSpPr>
            <a:spLocks noGrp="1"/>
          </p:cNvSpPr>
          <p:nvPr>
            <p:ph type="sldNum" sz="quarter" idx="12"/>
          </p:nvPr>
        </p:nvSpPr>
        <p:spPr/>
        <p:txBody>
          <a:bodyPr/>
          <a:lstStyle>
            <a:lvl1pPr>
              <a:defRPr>
                <a:latin typeface="Arial" panose="020B0604020202090204"/>
              </a:defRPr>
            </a:lvl1pPr>
          </a:lstStyle>
          <a:p>
            <a:fld id="{106E12CD-FCB1-464E-A775-0B83FDDACE03}"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90204"/>
              </a:defRPr>
            </a:lvl1p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lvl1pPr>
              <a:defRPr>
                <a:latin typeface="Arial" panose="020B0604020202090204"/>
              </a:defRPr>
            </a:lvl1pPr>
            <a:lvl2pPr>
              <a:defRPr>
                <a:latin typeface="Arial" panose="020B0604020202090204"/>
              </a:defRPr>
            </a:lvl2pPr>
            <a:lvl3pPr>
              <a:defRPr>
                <a:latin typeface="Arial" panose="020B0604020202090204"/>
              </a:defRPr>
            </a:lvl3pPr>
            <a:lvl4pPr>
              <a:defRPr>
                <a:latin typeface="Arial" panose="020B0604020202090204"/>
              </a:defRPr>
            </a:lvl4pPr>
            <a:lvl5pPr>
              <a:defRPr>
                <a:latin typeface="Arial" panose="020B0604020202090204"/>
              </a:defRPr>
            </a:lvl5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lvl1pPr>
              <a:defRPr>
                <a:latin typeface="Arial" panose="020B0604020202090204"/>
              </a:defRPr>
            </a:lvl1pPr>
          </a:lstStyle>
          <a:p>
            <a:fld id="{EF5B9135-15EF-DE46-84CC-16626B0FAF7F}" type="datetime1">
              <a:rPr lang="en-US" smtClean="0"/>
            </a:fld>
            <a:endParaRPr lang="en-US"/>
          </a:p>
        </p:txBody>
      </p:sp>
      <p:sp>
        <p:nvSpPr>
          <p:cNvPr id="6" name="Slide Number Placeholder 5"/>
          <p:cNvSpPr>
            <a:spLocks noGrp="1"/>
          </p:cNvSpPr>
          <p:nvPr>
            <p:ph type="sldNum" sz="quarter" idx="12"/>
          </p:nvPr>
        </p:nvSpPr>
        <p:spPr/>
        <p:txBody>
          <a:bodyPr/>
          <a:lstStyle>
            <a:lvl1pPr>
              <a:defRPr>
                <a:latin typeface="Arial" panose="020B0604020202090204"/>
              </a:defRPr>
            </a:lvl1pPr>
          </a:lstStyle>
          <a:p>
            <a:fld id="{106E12CD-FCB1-464E-A775-0B83FDDACE03}" type="slidenum">
              <a:rPr lang="en-US" smtClean="0"/>
            </a:fld>
            <a:endParaRPr lang="en-US"/>
          </a:p>
        </p:txBody>
      </p:sp>
      <p:sp>
        <p:nvSpPr>
          <p:cNvPr id="7" name="TextBox 6"/>
          <p:cNvSpPr txBox="1"/>
          <p:nvPr userDrawn="1"/>
        </p:nvSpPr>
        <p:spPr>
          <a:xfrm>
            <a:off x="3136197" y="-304560"/>
            <a:ext cx="184666" cy="369332"/>
          </a:xfrm>
          <a:prstGeom prst="rect">
            <a:avLst/>
          </a:prstGeom>
          <a:noFill/>
        </p:spPr>
        <p:txBody>
          <a:bodyPr wrap="none" rtlCol="0">
            <a:spAutoFit/>
          </a:bodyPr>
          <a:lstStyle/>
          <a:p>
            <a:endParaRPr lang="en-US" dirty="0"/>
          </a:p>
        </p:txBody>
      </p:sp>
      <p:sp>
        <p:nvSpPr>
          <p:cNvPr id="8" name="Footer Placeholder 5"/>
          <p:cNvSpPr>
            <a:spLocks noGrp="1"/>
          </p:cNvSpPr>
          <p:nvPr>
            <p:ph type="ftr" sz="quarter" idx="11"/>
          </p:nvPr>
        </p:nvSpPr>
        <p:spPr>
          <a:xfrm>
            <a:off x="3124200" y="4767263"/>
            <a:ext cx="2895600" cy="273844"/>
          </a:xfrm>
        </p:spPr>
        <p:txBody>
          <a:bodyPr/>
          <a:lstStyle/>
          <a:p>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lvl1pPr>
              <a:defRPr>
                <a:latin typeface="Arial" panose="020B0604020202090204"/>
              </a:defRPr>
            </a:lvl1p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lvl1pPr>
              <a:defRPr>
                <a:latin typeface="Arial" panose="020B0604020202090204"/>
              </a:defRPr>
            </a:lvl1pPr>
            <a:lvl2pPr>
              <a:defRPr>
                <a:latin typeface="Arial" panose="020B0604020202090204"/>
              </a:defRPr>
            </a:lvl2pPr>
            <a:lvl3pPr>
              <a:defRPr>
                <a:latin typeface="Arial" panose="020B0604020202090204"/>
              </a:defRPr>
            </a:lvl3pPr>
            <a:lvl4pPr>
              <a:defRPr>
                <a:latin typeface="Arial" panose="020B0604020202090204"/>
              </a:defRPr>
            </a:lvl4pPr>
            <a:lvl5pPr>
              <a:defRPr>
                <a:latin typeface="Arial" panose="020B0604020202090204"/>
              </a:defRPr>
            </a:lvl5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9477ADD-011F-3541-9724-9C7FC92455D5}" type="datetime1">
              <a:rPr lang="en-US" smtClean="0"/>
            </a:fld>
            <a:endParaRPr lang="en-US"/>
          </a:p>
        </p:txBody>
      </p:sp>
      <p:sp>
        <p:nvSpPr>
          <p:cNvPr id="6" name="Slide Number Placeholder 5"/>
          <p:cNvSpPr>
            <a:spLocks noGrp="1"/>
          </p:cNvSpPr>
          <p:nvPr>
            <p:ph type="sldNum" sz="quarter" idx="12"/>
          </p:nvPr>
        </p:nvSpPr>
        <p:spPr/>
        <p:txBody>
          <a:bodyPr/>
          <a:lstStyle>
            <a:lvl1pPr>
              <a:defRPr>
                <a:latin typeface="Arial" panose="020B0604020202090204"/>
              </a:defRPr>
            </a:lvl1pPr>
          </a:lstStyle>
          <a:p>
            <a:fld id="{106E12CD-FCB1-464E-A775-0B83FDDACE03}" type="slidenum">
              <a:rPr lang="en-US" smtClean="0"/>
            </a:fld>
            <a:endParaRPr lang="en-US"/>
          </a:p>
        </p:txBody>
      </p:sp>
      <p:sp>
        <p:nvSpPr>
          <p:cNvPr id="7" name="Footer Placeholder 5"/>
          <p:cNvSpPr>
            <a:spLocks noGrp="1"/>
          </p:cNvSpPr>
          <p:nvPr>
            <p:ph type="ftr" sz="quarter" idx="11"/>
          </p:nvPr>
        </p:nvSpPr>
        <p:spPr>
          <a:xfrm>
            <a:off x="3124200" y="4767263"/>
            <a:ext cx="2895600" cy="273844"/>
          </a:xfrm>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5.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dirty="0" smtClean="0"/>
              <a:t>Click to edit Master text styles</a:t>
            </a:r>
            <a:endParaRPr lang="en-US" dirty="0" smtClean="0"/>
          </a:p>
          <a:p>
            <a:pPr lvl="1"/>
            <a:r>
              <a:rPr lang="en-US" dirty="0" smtClean="0"/>
              <a:t>Second level</a:t>
            </a:r>
            <a:endParaRPr lang="en-US" dirty="0" smtClean="0"/>
          </a:p>
          <a:p>
            <a:pPr lvl="2"/>
            <a:r>
              <a:rPr lang="en-US" dirty="0" smtClean="0"/>
              <a:t>Third level</a:t>
            </a:r>
            <a:endParaRPr lang="en-US" dirty="0" smtClean="0"/>
          </a:p>
          <a:p>
            <a:pPr lvl="3"/>
            <a:r>
              <a:rPr lang="en-US" dirty="0" smtClean="0"/>
              <a:t>Fourth level</a:t>
            </a:r>
            <a:endParaRPr lang="en-US" dirty="0" smtClean="0"/>
          </a:p>
          <a:p>
            <a:pPr lvl="4"/>
            <a:r>
              <a:rPr lang="en-US" dirty="0" smtClean="0"/>
              <a:t>Fifth level</a:t>
            </a:r>
            <a:endParaRPr lang="en-US" dirty="0"/>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D98C176C-065F-124D-AAA4-94F2B7A2EC7C}" type="datetime1">
              <a:rPr lang="en-US" smtClean="0"/>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b"/>
          <a:lstStyle>
            <a:lvl1pPr algn="r">
              <a:defRPr sz="1200">
                <a:solidFill>
                  <a:srgbClr val="FFFFFF"/>
                </a:solidFill>
                <a:latin typeface="Arial" panose="020B0604020202090204"/>
                <a:cs typeface="Arial" panose="020B0604020202090204"/>
              </a:defRPr>
            </a:lvl1pPr>
          </a:lstStyle>
          <a:p>
            <a:fld id="{106E12CD-FCB1-464E-A775-0B83FDDACE03}" type="slidenum">
              <a:rPr lang="en-US" smtClean="0"/>
            </a:fld>
            <a:endParaRPr lang="en-US" dirty="0"/>
          </a:p>
        </p:txBody>
      </p:sp>
      <p:pic>
        <p:nvPicPr>
          <p:cNvPr id="7" name="Picture 6" descr="NWU PPT Wide Opt 2_Master.jpg"/>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ctr" defTabSz="457200" rtl="0" eaLnBrk="1" latinLnBrk="0" hangingPunct="1">
        <a:spcBef>
          <a:spcPct val="0"/>
        </a:spcBef>
        <a:buNone/>
        <a:defRPr sz="4400" kern="1200">
          <a:solidFill>
            <a:schemeClr val="tx1"/>
          </a:solidFill>
          <a:latin typeface="Arial" panose="020B0604020202090204"/>
          <a:ea typeface="+mj-ea"/>
          <a:cs typeface="Arial" panose="020B0604020202090204"/>
        </a:defRPr>
      </a:lvl1pPr>
    </p:titleStyle>
    <p:bodyStyle>
      <a:lvl1pPr marL="342900" indent="-342900" algn="l" defTabSz="457200" rtl="0" eaLnBrk="1" latinLnBrk="0" hangingPunct="1">
        <a:spcBef>
          <a:spcPct val="20000"/>
        </a:spcBef>
        <a:buFont typeface="Arial" panose="020B0604020202090204"/>
        <a:buChar char="•"/>
        <a:defRPr sz="3200" kern="1200">
          <a:solidFill>
            <a:schemeClr val="tx1"/>
          </a:solidFill>
          <a:latin typeface="Arial" panose="020B0604020202090204"/>
          <a:ea typeface="+mn-ea"/>
          <a:cs typeface="Arial" panose="020B0604020202090204"/>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Arial" panose="020B0604020202090204"/>
          <a:ea typeface="+mn-ea"/>
          <a:cs typeface="Arial" panose="020B0604020202090204"/>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Arial" panose="020B0604020202090204"/>
          <a:ea typeface="+mn-ea"/>
          <a:cs typeface="Arial" panose="020B0604020202090204"/>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Arial" panose="020B0604020202090204"/>
          <a:ea typeface="+mn-ea"/>
          <a:cs typeface="Arial" panose="020B0604020202090204"/>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Arial" panose="020B0604020202090204"/>
          <a:ea typeface="+mn-ea"/>
          <a:cs typeface="Arial" panose="020B0604020202090204"/>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6.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4.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4.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4.xml"/><Relationship Id="rId2" Type="http://schemas.openxmlformats.org/officeDocument/2006/relationships/image" Target="../media/image13.png"/><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4.xml"/><Relationship Id="rId3" Type="http://schemas.openxmlformats.org/officeDocument/2006/relationships/tags" Target="../tags/tag3.xml"/><Relationship Id="rId2" Type="http://schemas.openxmlformats.org/officeDocument/2006/relationships/image" Target="../media/image15.png"/><Relationship Id="rId1"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NWU PPT Wide Opt 2_Cover 1.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44000" cy="5148072"/>
          </a:xfrm>
          <a:prstGeom prst="rect">
            <a:avLst/>
          </a:prstGeom>
        </p:spPr>
      </p:pic>
      <p:sp>
        <p:nvSpPr>
          <p:cNvPr id="2" name="Title 1"/>
          <p:cNvSpPr>
            <a:spLocks noGrp="1"/>
          </p:cNvSpPr>
          <p:nvPr>
            <p:ph type="ctrTitle"/>
          </p:nvPr>
        </p:nvSpPr>
        <p:spPr>
          <a:xfrm>
            <a:off x="2454003" y="1871511"/>
            <a:ext cx="6395356" cy="795890"/>
          </a:xfrm>
        </p:spPr>
        <p:txBody>
          <a:bodyPr>
            <a:normAutofit fontScale="90000"/>
          </a:bodyPr>
          <a:lstStyle/>
          <a:p>
            <a:pPr algn="l"/>
            <a:r>
              <a:rPr lang="en-US" altLang="zh-CN" b="1" dirty="0">
                <a:solidFill>
                  <a:srgbClr val="5B3C8C"/>
                </a:solidFill>
                <a:latin typeface="Times New Roman Bold" panose="02020603050405020304" charset="0"/>
                <a:cs typeface="Times New Roman Bold" panose="02020603050405020304" charset="0"/>
              </a:rPr>
              <a:t>ELEC ENG499</a:t>
            </a:r>
            <a:br>
              <a:rPr lang="en-US" altLang="zh-CN" b="1" dirty="0">
                <a:solidFill>
                  <a:srgbClr val="5B3C8C"/>
                </a:solidFill>
                <a:latin typeface="Times New Roman Bold" panose="02020603050405020304" charset="0"/>
                <a:cs typeface="Times New Roman Bold" panose="02020603050405020304" charset="0"/>
              </a:rPr>
            </a:br>
            <a:r>
              <a:rPr lang="en-US" altLang="zh-CN" b="1" dirty="0">
                <a:solidFill>
                  <a:srgbClr val="5B3C8C"/>
                </a:solidFill>
                <a:latin typeface="Times New Roman Bold" panose="02020603050405020304" charset="0"/>
                <a:cs typeface="Times New Roman Bold" panose="02020603050405020304" charset="0"/>
              </a:rPr>
              <a:t>Comparing Numerical Solvers and Physics-Informed Neural Networks for the Damped Harmonic Oscillator</a:t>
            </a:r>
            <a:endParaRPr lang="en-US" altLang="zh-CN" b="1" dirty="0">
              <a:solidFill>
                <a:srgbClr val="5B3C8C"/>
              </a:solidFill>
              <a:latin typeface="Times New Roman Bold" panose="02020603050405020304" charset="0"/>
              <a:cs typeface="Times New Roman Bold" panose="02020603050405020304" charset="0"/>
            </a:endParaRPr>
          </a:p>
        </p:txBody>
      </p:sp>
      <p:sp>
        <p:nvSpPr>
          <p:cNvPr id="4" name="文本框 3"/>
          <p:cNvSpPr txBox="1"/>
          <p:nvPr/>
        </p:nvSpPr>
        <p:spPr>
          <a:xfrm>
            <a:off x="6219190" y="3649980"/>
            <a:ext cx="2000885" cy="922020"/>
          </a:xfrm>
          <a:prstGeom prst="rect">
            <a:avLst/>
          </a:prstGeom>
          <a:noFill/>
        </p:spPr>
        <p:txBody>
          <a:bodyPr wrap="square" rtlCol="0">
            <a:spAutoFit/>
          </a:bodyPr>
          <a:p>
            <a:r>
              <a:rPr lang="en-US" altLang="zh-CN">
                <a:solidFill>
                  <a:schemeClr val="accent4">
                    <a:lumMod val="60000"/>
                    <a:lumOff val="40000"/>
                  </a:schemeClr>
                </a:solidFill>
                <a:latin typeface="Times New Roman Regular" panose="02020603050405020304" charset="0"/>
                <a:cs typeface="Times New Roman Regular" panose="02020603050405020304" charset="0"/>
              </a:rPr>
              <a:t>Yiming Ma</a:t>
            </a:r>
            <a:endParaRPr lang="en-US" altLang="zh-CN">
              <a:solidFill>
                <a:schemeClr val="accent4">
                  <a:lumMod val="60000"/>
                  <a:lumOff val="40000"/>
                </a:schemeClr>
              </a:solidFill>
              <a:latin typeface="Times New Roman Regular" panose="02020603050405020304" charset="0"/>
              <a:cs typeface="Times New Roman Regular" panose="02020603050405020304" charset="0"/>
            </a:endParaRPr>
          </a:p>
          <a:p>
            <a:r>
              <a:rPr lang="en-US" altLang="zh-CN">
                <a:solidFill>
                  <a:schemeClr val="accent4">
                    <a:lumMod val="60000"/>
                    <a:lumOff val="40000"/>
                  </a:schemeClr>
                </a:solidFill>
                <a:latin typeface="Times New Roman Regular" panose="02020603050405020304" charset="0"/>
                <a:cs typeface="Times New Roman Regular" panose="02020603050405020304" charset="0"/>
              </a:rPr>
              <a:t>Net </a:t>
            </a:r>
            <a:r>
              <a:rPr lang="en-US" altLang="zh-CN">
                <a:solidFill>
                  <a:schemeClr val="accent4">
                    <a:lumMod val="60000"/>
                    <a:lumOff val="40000"/>
                  </a:schemeClr>
                </a:solidFill>
                <a:latin typeface="Times New Roman Regular" panose="02020603050405020304" charset="0"/>
                <a:cs typeface="Times New Roman Regular" panose="02020603050405020304" charset="0"/>
              </a:rPr>
              <a:t>ID: EFY1458</a:t>
            </a:r>
            <a:endParaRPr lang="en-US" altLang="zh-CN">
              <a:solidFill>
                <a:schemeClr val="accent4">
                  <a:lumMod val="60000"/>
                  <a:lumOff val="40000"/>
                </a:schemeClr>
              </a:solidFill>
              <a:latin typeface="Times New Roman Regular" panose="02020603050405020304" charset="0"/>
              <a:cs typeface="Times New Roman Regular" panose="02020603050405020304" charset="0"/>
            </a:endParaRPr>
          </a:p>
          <a:p>
            <a:r>
              <a:rPr lang="en-US" altLang="zh-CN">
                <a:solidFill>
                  <a:schemeClr val="accent4">
                    <a:lumMod val="60000"/>
                    <a:lumOff val="40000"/>
                  </a:schemeClr>
                </a:solidFill>
                <a:latin typeface="Times New Roman Regular" panose="02020603050405020304" charset="0"/>
                <a:cs typeface="Times New Roman Regular" panose="02020603050405020304" charset="0"/>
              </a:rPr>
              <a:t>3/9/2026</a:t>
            </a:r>
            <a:endParaRPr lang="en-US" altLang="zh-CN">
              <a:solidFill>
                <a:schemeClr val="accent4">
                  <a:lumMod val="60000"/>
                  <a:lumOff val="40000"/>
                </a:schemeClr>
              </a:solidFill>
              <a:latin typeface="Times New Roman Regular" panose="02020603050405020304" charset="0"/>
              <a:cs typeface="Times New Roman Regular" panose="0202060305040502030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6E12CD-FCB1-464E-A775-0B83FDDACE03}" type="slidenum">
              <a:rPr lang="en-US" smtClean="0">
                <a:latin typeface="Times New Roman Regular" panose="02020603050405020304" charset="0"/>
                <a:cs typeface="Times New Roman Regular" panose="02020603050405020304" charset="0"/>
              </a:rPr>
            </a:fld>
            <a:endParaRPr lang="en-US" dirty="0" smtClean="0">
              <a:latin typeface="Times New Roman Regular" panose="02020603050405020304" charset="0"/>
              <a:cs typeface="Times New Roman Regular" panose="02020603050405020304" charset="0"/>
            </a:endParaRPr>
          </a:p>
        </p:txBody>
      </p:sp>
      <p:sp>
        <p:nvSpPr>
          <p:cNvPr id="5" name="Title 1"/>
          <p:cNvSpPr>
            <a:spLocks noGrp="1"/>
          </p:cNvSpPr>
          <p:nvPr/>
        </p:nvSpPr>
        <p:spPr>
          <a:xfrm>
            <a:off x="349885" y="90805"/>
            <a:ext cx="5196205" cy="69469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Arial" panose="020B0604020202090204"/>
                <a:ea typeface="+mj-ea"/>
                <a:cs typeface="Arial" panose="020B0604020202090204"/>
              </a:defRPr>
            </a:lvl1pPr>
          </a:lstStyle>
          <a:p>
            <a:pPr algn="l"/>
            <a:r>
              <a:rPr lang="en-US" altLang="zh-CN" sz="2800">
                <a:solidFill>
                  <a:schemeClr val="accent4">
                    <a:lumMod val="50000"/>
                  </a:schemeClr>
                </a:solidFill>
                <a:latin typeface="Times New Roman Regular" panose="02020603050405020304" charset="0"/>
                <a:cs typeface="Times New Roman Regular" panose="02020603050405020304" charset="0"/>
              </a:rPr>
              <a:t>Problem and motivation</a:t>
            </a:r>
            <a:endParaRPr lang="en-US" altLang="zh-CN" sz="2800">
              <a:solidFill>
                <a:schemeClr val="accent4">
                  <a:lumMod val="50000"/>
                </a:schemeClr>
              </a:solidFill>
              <a:latin typeface="Times New Roman Regular" panose="02020603050405020304" charset="0"/>
              <a:cs typeface="Times New Roman Regular" panose="02020603050405020304" charset="0"/>
            </a:endParaRPr>
          </a:p>
        </p:txBody>
      </p:sp>
      <p:sp>
        <p:nvSpPr>
          <p:cNvPr id="3" name="文本框 2"/>
          <p:cNvSpPr txBox="1"/>
          <p:nvPr/>
        </p:nvSpPr>
        <p:spPr>
          <a:xfrm>
            <a:off x="349885" y="790893"/>
            <a:ext cx="5080000" cy="368300"/>
          </a:xfrm>
          <a:prstGeom prst="rect">
            <a:avLst/>
          </a:prstGeom>
        </p:spPr>
        <p:txBody>
          <a:bodyPr>
            <a:spAutoFit/>
          </a:bodyPr>
          <a:p>
            <a:r>
              <a:rPr lang="en-US" altLang="zh-CN">
                <a:solidFill>
                  <a:schemeClr val="accent4">
                    <a:lumMod val="75000"/>
                  </a:schemeClr>
                </a:solidFill>
                <a:latin typeface="Times New Roman Regular" panose="02020603050405020304" charset="0"/>
                <a:cs typeface="Times New Roman Regular" panose="02020603050405020304" charset="0"/>
              </a:rPr>
              <a:t>What is the problem?</a:t>
            </a:r>
            <a:endParaRPr lang="en-US" altLang="zh-CN">
              <a:solidFill>
                <a:schemeClr val="accent4">
                  <a:lumMod val="75000"/>
                </a:schemeClr>
              </a:solidFill>
              <a:latin typeface="Times New Roman Regular" panose="02020603050405020304" charset="0"/>
              <a:cs typeface="Times New Roman Regular" panose="02020603050405020304" charset="0"/>
            </a:endParaRPr>
          </a:p>
        </p:txBody>
      </p:sp>
      <p:sp>
        <p:nvSpPr>
          <p:cNvPr id="7" name="文本框 6"/>
          <p:cNvSpPr txBox="1"/>
          <p:nvPr/>
        </p:nvSpPr>
        <p:spPr>
          <a:xfrm>
            <a:off x="349885" y="2296478"/>
            <a:ext cx="5080000" cy="337185"/>
          </a:xfrm>
          <a:prstGeom prst="rect">
            <a:avLst/>
          </a:prstGeom>
        </p:spPr>
        <p:txBody>
          <a:bodyPr>
            <a:spAutoFit/>
          </a:bodyPr>
          <a:p>
            <a:pPr lvl="0" algn="l">
              <a:buClrTx/>
              <a:buSzTx/>
              <a:buFontTx/>
            </a:pPr>
            <a:r>
              <a:rPr lang="en-US" altLang="zh-CN">
                <a:solidFill>
                  <a:schemeClr val="accent4">
                    <a:lumMod val="75000"/>
                  </a:schemeClr>
                </a:solidFill>
                <a:latin typeface="Times New Roman Regular" panose="02020603050405020304" charset="0"/>
                <a:cs typeface="Times New Roman Regular" panose="02020603050405020304" charset="0"/>
                <a:sym typeface="+mn-ea"/>
              </a:rPr>
              <a:t>Project goal</a:t>
            </a:r>
            <a:endParaRPr lang="en-US" altLang="zh-CN">
              <a:solidFill>
                <a:schemeClr val="accent4">
                  <a:lumMod val="75000"/>
                </a:schemeClr>
              </a:solidFill>
              <a:latin typeface="Times New Roman Regular" panose="02020603050405020304" charset="0"/>
              <a:cs typeface="Times New Roman Regular" panose="02020603050405020304" charset="0"/>
              <a:sym typeface="+mn-ea"/>
            </a:endParaRPr>
          </a:p>
        </p:txBody>
      </p:sp>
      <p:sp>
        <p:nvSpPr>
          <p:cNvPr id="8" name="文本框 7"/>
          <p:cNvSpPr txBox="1"/>
          <p:nvPr/>
        </p:nvSpPr>
        <p:spPr>
          <a:xfrm>
            <a:off x="951865" y="1159510"/>
            <a:ext cx="6777990" cy="1437640"/>
          </a:xfrm>
          <a:prstGeom prst="rect">
            <a:avLst/>
          </a:prstGeom>
        </p:spPr>
        <p:txBody>
          <a:bodyPr>
            <a:noAutofit/>
          </a:bodyPr>
          <a:p>
            <a:pPr marL="285750" indent="-285750">
              <a:buFont typeface="Arial" panose="020B0604020202090204" pitchFamily="34" charset="0"/>
              <a:buChar char="•"/>
            </a:pPr>
            <a:r>
              <a:rPr lang="en-US" altLang="zh-CN" sz="2000">
                <a:solidFill>
                  <a:schemeClr val="accent4">
                    <a:lumMod val="50000"/>
                  </a:schemeClr>
                </a:solidFill>
                <a:latin typeface="Times New Roman Regular" panose="02020603050405020304" charset="0"/>
                <a:cs typeface="Times New Roman Regular" panose="02020603050405020304" charset="0"/>
              </a:rPr>
              <a:t>A classical second-order dynamical system</a:t>
            </a:r>
            <a:endParaRPr lang="en-US" altLang="zh-CN" sz="2000">
              <a:solidFill>
                <a:schemeClr val="accent4">
                  <a:lumMod val="50000"/>
                </a:schemeClr>
              </a:solidFill>
              <a:latin typeface="Times New Roman Regular" panose="02020603050405020304" charset="0"/>
              <a:cs typeface="Times New Roman Regular" panose="02020603050405020304" charset="0"/>
            </a:endParaRPr>
          </a:p>
          <a:p>
            <a:pPr marL="285750" indent="-285750">
              <a:buFont typeface="Arial" panose="020B0604020202090204" pitchFamily="34" charset="0"/>
              <a:buChar char="•"/>
            </a:pPr>
            <a:r>
              <a:rPr lang="en-US" altLang="zh-CN" sz="2000">
                <a:solidFill>
                  <a:schemeClr val="accent4">
                    <a:lumMod val="50000"/>
                  </a:schemeClr>
                </a:solidFill>
                <a:latin typeface="Times New Roman Regular" panose="02020603050405020304" charset="0"/>
                <a:cs typeface="Times New Roman Regular" panose="02020603050405020304" charset="0"/>
              </a:rPr>
              <a:t>Appears in vibration, mechanics, and circuits</a:t>
            </a:r>
            <a:endParaRPr lang="en-US" altLang="zh-CN" sz="2000">
              <a:solidFill>
                <a:schemeClr val="accent4">
                  <a:lumMod val="50000"/>
                </a:schemeClr>
              </a:solidFill>
              <a:latin typeface="Times New Roman Regular" panose="02020603050405020304" charset="0"/>
              <a:cs typeface="Times New Roman Regular" panose="02020603050405020304" charset="0"/>
            </a:endParaRPr>
          </a:p>
          <a:p>
            <a:pPr marL="285750" indent="-285750">
              <a:buFont typeface="Arial" panose="020B0604020202090204" pitchFamily="34" charset="0"/>
              <a:buChar char="•"/>
            </a:pPr>
            <a:r>
              <a:rPr lang="en-US" altLang="zh-CN" sz="2000">
                <a:solidFill>
                  <a:schemeClr val="accent4">
                    <a:lumMod val="50000"/>
                  </a:schemeClr>
                </a:solidFill>
                <a:latin typeface="Times New Roman Regular" panose="02020603050405020304" charset="0"/>
                <a:cs typeface="Times New Roman Regular" panose="02020603050405020304" charset="0"/>
              </a:rPr>
              <a:t>Oscillation amplitude decays because of damping</a:t>
            </a:r>
            <a:endParaRPr lang="en-US" altLang="zh-CN" sz="2000">
              <a:solidFill>
                <a:schemeClr val="accent4">
                  <a:lumMod val="50000"/>
                </a:schemeClr>
              </a:solidFill>
              <a:latin typeface="Times New Roman Regular" panose="02020603050405020304" charset="0"/>
              <a:cs typeface="Times New Roman Regular" panose="02020603050405020304" charset="0"/>
            </a:endParaRPr>
          </a:p>
        </p:txBody>
      </p:sp>
      <p:sp>
        <p:nvSpPr>
          <p:cNvPr id="13" name="文本框 12"/>
          <p:cNvSpPr txBox="1"/>
          <p:nvPr/>
        </p:nvSpPr>
        <p:spPr>
          <a:xfrm>
            <a:off x="1021080" y="2741930"/>
            <a:ext cx="5080000" cy="829945"/>
          </a:xfrm>
          <a:prstGeom prst="rect">
            <a:avLst/>
          </a:prstGeom>
        </p:spPr>
        <p:txBody>
          <a:bodyPr>
            <a:noAutofit/>
          </a:bodyPr>
          <a:p>
            <a:pPr marL="285750" lvl="0" indent="-285750" algn="l">
              <a:buClrTx/>
              <a:buSzTx/>
              <a:buFont typeface="Arial" panose="020B0604020202090204" pitchFamily="34" charset="0"/>
              <a:buChar char="•"/>
            </a:pPr>
            <a:r>
              <a:rPr lang="en-US" altLang="zh-CN" sz="2000">
                <a:solidFill>
                  <a:schemeClr val="accent4">
                    <a:lumMod val="50000"/>
                  </a:schemeClr>
                </a:solidFill>
                <a:latin typeface="Times New Roman Regular" panose="02020603050405020304" charset="0"/>
                <a:cs typeface="Times New Roman Regular" panose="02020603050405020304" charset="0"/>
                <a:sym typeface="+mn-ea"/>
              </a:rPr>
              <a:t>Compare Euler, RK4, and PINN</a:t>
            </a:r>
            <a:endParaRPr lang="en-US" altLang="zh-CN" sz="2000">
              <a:solidFill>
                <a:schemeClr val="accent4">
                  <a:lumMod val="50000"/>
                </a:schemeClr>
              </a:solidFill>
              <a:latin typeface="Times New Roman Regular" panose="02020603050405020304" charset="0"/>
              <a:cs typeface="Times New Roman Regular" panose="02020603050405020304" charset="0"/>
              <a:sym typeface="+mn-ea"/>
            </a:endParaRPr>
          </a:p>
          <a:p>
            <a:pPr marL="285750" lvl="0" indent="-285750" algn="l">
              <a:buClrTx/>
              <a:buSzTx/>
              <a:buFont typeface="Arial" panose="020B0604020202090204" pitchFamily="34" charset="0"/>
              <a:buChar char="•"/>
            </a:pPr>
            <a:r>
              <a:rPr lang="en-US" altLang="zh-CN" sz="2000">
                <a:solidFill>
                  <a:schemeClr val="accent4">
                    <a:lumMod val="50000"/>
                  </a:schemeClr>
                </a:solidFill>
                <a:latin typeface="Times New Roman Regular" panose="02020603050405020304" charset="0"/>
                <a:cs typeface="Times New Roman Regular" panose="02020603050405020304" charset="0"/>
                <a:sym typeface="+mn-ea"/>
              </a:rPr>
              <a:t>Evaluate accuracy and limitations</a:t>
            </a:r>
            <a:endParaRPr lang="en-US" altLang="zh-CN" sz="2000">
              <a:solidFill>
                <a:schemeClr val="accent4">
                  <a:lumMod val="50000"/>
                </a:schemeClr>
              </a:solidFill>
              <a:latin typeface="Times New Roman Regular" panose="02020603050405020304" charset="0"/>
              <a:cs typeface="Times New Roman Regular" panose="02020603050405020304" charset="0"/>
              <a:sym typeface="+mn-ea"/>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6E12CD-FCB1-464E-A775-0B83FDDACE03}" type="slidenum">
              <a:rPr lang="en-US" smtClean="0"/>
            </a:fld>
            <a:endParaRPr lang="en-US" dirty="0"/>
          </a:p>
        </p:txBody>
      </p:sp>
      <p:sp>
        <p:nvSpPr>
          <p:cNvPr id="6" name="Title 1"/>
          <p:cNvSpPr>
            <a:spLocks noGrp="1"/>
          </p:cNvSpPr>
          <p:nvPr/>
        </p:nvSpPr>
        <p:spPr>
          <a:xfrm>
            <a:off x="85725" y="1905"/>
            <a:ext cx="5196205" cy="69469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Arial" panose="020B0604020202090204"/>
                <a:ea typeface="+mj-ea"/>
                <a:cs typeface="Arial" panose="020B0604020202090204"/>
              </a:defRPr>
            </a:lvl1pPr>
          </a:lstStyle>
          <a:p>
            <a:pPr algn="l"/>
            <a:r>
              <a:rPr lang="en-US" altLang="zh-CN" sz="2800">
                <a:solidFill>
                  <a:schemeClr val="accent4">
                    <a:lumMod val="50000"/>
                  </a:schemeClr>
                </a:solidFill>
                <a:latin typeface="Times New Roman Regular" panose="02020603050405020304" charset="0"/>
                <a:cs typeface="Times New Roman Regular" panose="02020603050405020304" charset="0"/>
              </a:rPr>
              <a:t>Governing equation and setup</a:t>
            </a:r>
            <a:endParaRPr lang="en-US" altLang="zh-CN" sz="2800">
              <a:solidFill>
                <a:schemeClr val="accent4">
                  <a:lumMod val="50000"/>
                </a:schemeClr>
              </a:solidFill>
              <a:latin typeface="Times New Roman Regular" panose="02020603050405020304" charset="0"/>
              <a:cs typeface="Times New Roman Regular" panose="02020603050405020304" charset="0"/>
            </a:endParaRPr>
          </a:p>
        </p:txBody>
      </p:sp>
      <p:pic>
        <p:nvPicPr>
          <p:cNvPr id="2" name="图片 1" descr="截屏2026-03-18 下午8.46.51"/>
          <p:cNvPicPr>
            <a:picLocks noChangeAspect="1"/>
          </p:cNvPicPr>
          <p:nvPr/>
        </p:nvPicPr>
        <p:blipFill>
          <a:blip r:embed="rId1"/>
          <a:stretch>
            <a:fillRect/>
          </a:stretch>
        </p:blipFill>
        <p:spPr>
          <a:xfrm>
            <a:off x="300990" y="869950"/>
            <a:ext cx="3338830" cy="873760"/>
          </a:xfrm>
          <a:prstGeom prst="rect">
            <a:avLst/>
          </a:prstGeom>
        </p:spPr>
      </p:pic>
      <p:pic>
        <p:nvPicPr>
          <p:cNvPr id="5" name="图片 4" descr="截屏2026-03-18 下午8.47.50"/>
          <p:cNvPicPr>
            <a:picLocks noChangeAspect="1"/>
          </p:cNvPicPr>
          <p:nvPr/>
        </p:nvPicPr>
        <p:blipFill>
          <a:blip r:embed="rId2"/>
          <a:stretch>
            <a:fillRect/>
          </a:stretch>
        </p:blipFill>
        <p:spPr>
          <a:xfrm>
            <a:off x="1355090" y="1853565"/>
            <a:ext cx="1612900" cy="2209800"/>
          </a:xfrm>
          <a:prstGeom prst="rect">
            <a:avLst/>
          </a:prstGeom>
        </p:spPr>
      </p:pic>
      <p:pic>
        <p:nvPicPr>
          <p:cNvPr id="7" name="图片 6" descr="reference_solution"/>
          <p:cNvPicPr>
            <a:picLocks noChangeAspect="1"/>
          </p:cNvPicPr>
          <p:nvPr/>
        </p:nvPicPr>
        <p:blipFill>
          <a:blip r:embed="rId3"/>
          <a:stretch>
            <a:fillRect/>
          </a:stretch>
        </p:blipFill>
        <p:spPr>
          <a:xfrm>
            <a:off x="3639820" y="869950"/>
            <a:ext cx="4984750" cy="3295650"/>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6E12CD-FCB1-464E-A775-0B83FDDACE03}" type="slidenum">
              <a:rPr lang="en-US" smtClean="0"/>
            </a:fld>
            <a:endParaRPr lang="en-US" dirty="0"/>
          </a:p>
        </p:txBody>
      </p:sp>
      <p:sp>
        <p:nvSpPr>
          <p:cNvPr id="5" name="Title 1"/>
          <p:cNvSpPr>
            <a:spLocks noGrp="1"/>
          </p:cNvSpPr>
          <p:nvPr/>
        </p:nvSpPr>
        <p:spPr>
          <a:xfrm>
            <a:off x="349885" y="90805"/>
            <a:ext cx="5196205" cy="69469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Arial" panose="020B0604020202090204"/>
                <a:ea typeface="+mj-ea"/>
                <a:cs typeface="Arial" panose="020B0604020202090204"/>
              </a:defRPr>
            </a:lvl1pPr>
          </a:lstStyle>
          <a:p>
            <a:pPr algn="l"/>
            <a:r>
              <a:rPr lang="en-US" altLang="zh-CN" sz="2800">
                <a:solidFill>
                  <a:schemeClr val="accent4">
                    <a:lumMod val="50000"/>
                  </a:schemeClr>
                </a:solidFill>
                <a:latin typeface="Times New Roman Regular" panose="02020603050405020304" charset="0"/>
                <a:cs typeface="Times New Roman Regular" panose="02020603050405020304" charset="0"/>
              </a:rPr>
              <a:t>Classical Numerical Methods</a:t>
            </a:r>
            <a:endParaRPr lang="en-US" altLang="zh-CN" sz="2800">
              <a:solidFill>
                <a:schemeClr val="accent4">
                  <a:lumMod val="50000"/>
                </a:schemeClr>
              </a:solidFill>
              <a:latin typeface="Times New Roman Regular" panose="02020603050405020304" charset="0"/>
              <a:cs typeface="Times New Roman Regular" panose="02020603050405020304" charset="0"/>
            </a:endParaRPr>
          </a:p>
        </p:txBody>
      </p:sp>
      <p:graphicFrame>
        <p:nvGraphicFramePr>
          <p:cNvPr id="2" name="表格 1"/>
          <p:cNvGraphicFramePr/>
          <p:nvPr>
            <p:custDataLst>
              <p:tags r:id="rId1"/>
            </p:custDataLst>
          </p:nvPr>
        </p:nvGraphicFramePr>
        <p:xfrm>
          <a:off x="349885" y="1071245"/>
          <a:ext cx="8439785" cy="1897380"/>
        </p:xfrm>
        <a:graphic>
          <a:graphicData uri="http://schemas.openxmlformats.org/drawingml/2006/table">
            <a:tbl>
              <a:tblPr firstRow="1" bandRow="1">
                <a:tableStyleId>{5C22544A-7EE6-4342-B048-85BDC9FD1C3A}</a:tableStyleId>
              </a:tblPr>
              <a:tblGrid>
                <a:gridCol w="1485265"/>
                <a:gridCol w="4141470"/>
                <a:gridCol w="2813050"/>
              </a:tblGrid>
              <a:tr h="632460">
                <a:tc>
                  <a:txBody>
                    <a:bodyPr/>
                    <a:p>
                      <a:pPr algn="ctr"/>
                      <a:r>
                        <a:rPr lang="en-US" altLang="zh-CN" sz="2000" b="1">
                          <a:ln>
                            <a:noFill/>
                          </a:ln>
                          <a:solidFill>
                            <a:schemeClr val="accent4">
                              <a:lumMod val="60000"/>
                              <a:lumOff val="40000"/>
                            </a:schemeClr>
                          </a:solidFill>
                          <a:latin typeface="Times New Roman Bold" panose="02020603050405020304" charset="0"/>
                          <a:cs typeface="Times New Roman Bold" panose="02020603050405020304" charset="0"/>
                        </a:rPr>
                        <a:t>Method</a:t>
                      </a:r>
                      <a:endParaRPr lang="en-US" altLang="zh-CN" sz="2000" b="1">
                        <a:ln>
                          <a:noFill/>
                        </a:ln>
                        <a:solidFill>
                          <a:schemeClr val="accent4">
                            <a:lumMod val="60000"/>
                            <a:lumOff val="40000"/>
                          </a:schemeClr>
                        </a:solidFill>
                        <a:latin typeface="Times New Roman Bold" panose="02020603050405020304" charset="0"/>
                        <a:cs typeface="Times New Roman Bold" panose="02020603050405020304" charset="0"/>
                      </a:endParaRPr>
                    </a:p>
                  </a:txBody>
                  <a:tcPr marL="0" marR="0" marT="0" marB="0" anchor="ctr" anchorCtr="0">
                    <a:solidFill>
                      <a:schemeClr val="accent4">
                        <a:lumMod val="20000"/>
                        <a:lumOff val="80000"/>
                        <a:alpha val="96000"/>
                      </a:schemeClr>
                    </a:solidFill>
                  </a:tcPr>
                </a:tc>
                <a:tc>
                  <a:txBody>
                    <a:bodyPr/>
                    <a:p>
                      <a:pPr algn="ctr">
                        <a:lnSpc>
                          <a:spcPct val="120000"/>
                        </a:lnSpc>
                        <a:spcBef>
                          <a:spcPts val="0"/>
                        </a:spcBef>
                        <a:spcAft>
                          <a:spcPts val="0"/>
                        </a:spcAft>
                        <a:buNone/>
                      </a:pPr>
                      <a:r>
                        <a:rPr lang="en-US" altLang="zh-CN" sz="2000" b="1" spc="130">
                          <a:ln>
                            <a:noFill/>
                          </a:ln>
                          <a:solidFill>
                            <a:schemeClr val="accent4">
                              <a:lumMod val="60000"/>
                              <a:lumOff val="40000"/>
                            </a:schemeClr>
                          </a:solidFill>
                          <a:latin typeface="Times New Roman Bold" panose="02020603050405020304" charset="0"/>
                          <a:ea typeface="微软雅黑" charset="0"/>
                          <a:cs typeface="Times New Roman Bold" panose="02020603050405020304" charset="0"/>
                        </a:rPr>
                        <a:t>Idea</a:t>
                      </a:r>
                      <a:endParaRPr lang="en-US" altLang="zh-CN" sz="2000" b="1" spc="130">
                        <a:ln>
                          <a:noFill/>
                        </a:ln>
                        <a:solidFill>
                          <a:schemeClr val="accent4">
                            <a:lumMod val="60000"/>
                            <a:lumOff val="40000"/>
                          </a:schemeClr>
                        </a:solidFill>
                        <a:latin typeface="Times New Roman Bold" panose="02020603050405020304" charset="0"/>
                        <a:ea typeface="微软雅黑" charset="0"/>
                        <a:cs typeface="Times New Roman Bold" panose="02020603050405020304" charset="0"/>
                      </a:endParaRPr>
                    </a:p>
                  </a:txBody>
                  <a:tcPr marL="215900" marR="215900" marT="133350" marB="133350" anchor="ctr" anchorCtr="0">
                    <a:solidFill>
                      <a:schemeClr val="accent4">
                        <a:lumMod val="20000"/>
                        <a:lumOff val="80000"/>
                        <a:alpha val="96000"/>
                      </a:schemeClr>
                    </a:solidFill>
                  </a:tcPr>
                </a:tc>
                <a:tc>
                  <a:txBody>
                    <a:bodyPr/>
                    <a:p>
                      <a:pPr algn="ctr">
                        <a:lnSpc>
                          <a:spcPct val="120000"/>
                        </a:lnSpc>
                        <a:spcBef>
                          <a:spcPts val="0"/>
                        </a:spcBef>
                        <a:spcAft>
                          <a:spcPts val="0"/>
                        </a:spcAft>
                        <a:buNone/>
                      </a:pPr>
                      <a:r>
                        <a:rPr lang="en-US" altLang="zh-CN" sz="2000" b="1" spc="130">
                          <a:ln>
                            <a:noFill/>
                          </a:ln>
                          <a:solidFill>
                            <a:schemeClr val="accent4">
                              <a:lumMod val="60000"/>
                              <a:lumOff val="40000"/>
                            </a:schemeClr>
                          </a:solidFill>
                          <a:latin typeface="Times New Roman Bold" panose="02020603050405020304" charset="0"/>
                          <a:ea typeface="微软雅黑" charset="0"/>
                          <a:cs typeface="Times New Roman Bold" panose="02020603050405020304" charset="0"/>
                        </a:rPr>
                        <a:t>Expected Accuracy</a:t>
                      </a:r>
                      <a:endParaRPr lang="en-US" altLang="zh-CN" sz="2000" b="1" spc="130">
                        <a:ln>
                          <a:noFill/>
                        </a:ln>
                        <a:solidFill>
                          <a:schemeClr val="accent4">
                            <a:lumMod val="60000"/>
                            <a:lumOff val="40000"/>
                          </a:schemeClr>
                        </a:solidFill>
                        <a:latin typeface="Times New Roman Bold" panose="02020603050405020304" charset="0"/>
                        <a:ea typeface="微软雅黑" charset="0"/>
                        <a:cs typeface="Times New Roman Bold" panose="02020603050405020304" charset="0"/>
                      </a:endParaRPr>
                    </a:p>
                  </a:txBody>
                  <a:tcPr marL="215900" marR="215900" marT="133350" marB="133350" anchor="ctr" anchorCtr="0">
                    <a:solidFill>
                      <a:schemeClr val="accent4">
                        <a:lumMod val="20000"/>
                        <a:lumOff val="80000"/>
                        <a:alpha val="96000"/>
                      </a:schemeClr>
                    </a:solidFill>
                  </a:tcPr>
                </a:tc>
              </a:tr>
              <a:tr h="632460">
                <a:tc>
                  <a:txBody>
                    <a:bodyPr/>
                    <a:p>
                      <a:pPr algn="ctr">
                        <a:lnSpc>
                          <a:spcPct val="120000"/>
                        </a:lnSpc>
                        <a:spcBef>
                          <a:spcPts val="0"/>
                        </a:spcBef>
                        <a:spcAft>
                          <a:spcPts val="0"/>
                        </a:spcAft>
                        <a:buNone/>
                      </a:pPr>
                      <a:r>
                        <a:rPr lang="en-US" altLang="zh-CN" sz="2000" b="1">
                          <a:ln>
                            <a:noFill/>
                          </a:ln>
                          <a:solidFill>
                            <a:schemeClr val="accent4">
                              <a:lumMod val="75000"/>
                            </a:schemeClr>
                          </a:solidFill>
                          <a:latin typeface="Times New Roman Bold" panose="02020603050405020304" charset="0"/>
                          <a:cs typeface="Times New Roman Bold" panose="02020603050405020304" charset="0"/>
                        </a:rPr>
                        <a:t>Euler</a:t>
                      </a:r>
                      <a:endParaRPr lang="en-US" altLang="zh-CN" sz="2000" b="1">
                        <a:ln>
                          <a:noFill/>
                        </a:ln>
                        <a:solidFill>
                          <a:schemeClr val="accent4">
                            <a:lumMod val="75000"/>
                          </a:schemeClr>
                        </a:solidFill>
                        <a:latin typeface="Times New Roman Bold" panose="02020603050405020304" charset="0"/>
                        <a:cs typeface="Times New Roman Bold" panose="02020603050405020304" charset="0"/>
                      </a:endParaRPr>
                    </a:p>
                  </a:txBody>
                  <a:tcPr marL="215900" marR="215900" marT="133350" marB="133350" anchor="ctr" anchorCtr="0">
                    <a:solidFill>
                      <a:schemeClr val="accent4">
                        <a:lumMod val="20000"/>
                        <a:lumOff val="80000"/>
                        <a:alpha val="96000"/>
                      </a:schemeClr>
                    </a:solidFill>
                  </a:tcPr>
                </a:tc>
                <a:tc>
                  <a:txBody>
                    <a:bodyPr/>
                    <a:p>
                      <a:pPr algn="ctr"/>
                      <a:r>
                        <a:rPr lang="en-US" altLang="zh-CN" sz="2000" b="1">
                          <a:ln>
                            <a:noFill/>
                          </a:ln>
                          <a:solidFill>
                            <a:schemeClr val="accent4">
                              <a:lumMod val="75000"/>
                            </a:schemeClr>
                          </a:solidFill>
                          <a:latin typeface="Times New Roman Bold" panose="02020603050405020304" charset="0"/>
                          <a:cs typeface="Times New Roman Bold" panose="02020603050405020304" charset="0"/>
                        </a:rPr>
                        <a:t>simple first-order update</a:t>
                      </a:r>
                      <a:endParaRPr lang="en-US" altLang="zh-CN" sz="2000" b="1">
                        <a:ln>
                          <a:noFill/>
                        </a:ln>
                        <a:solidFill>
                          <a:schemeClr val="accent4">
                            <a:lumMod val="75000"/>
                          </a:schemeClr>
                        </a:solidFill>
                        <a:latin typeface="Times New Roman Bold" panose="02020603050405020304" charset="0"/>
                        <a:cs typeface="Times New Roman Bold" panose="02020603050405020304" charset="0"/>
                      </a:endParaRPr>
                    </a:p>
                  </a:txBody>
                  <a:tcPr marL="0" marR="0" marT="0" marB="0" anchor="ctr" anchorCtr="0">
                    <a:solidFill>
                      <a:schemeClr val="accent4">
                        <a:lumMod val="20000"/>
                        <a:lumOff val="80000"/>
                        <a:alpha val="96000"/>
                      </a:schemeClr>
                    </a:solidFill>
                  </a:tcPr>
                </a:tc>
                <a:tc>
                  <a:txBody>
                    <a:bodyPr/>
                    <a:p>
                      <a:pPr algn="ctr">
                        <a:lnSpc>
                          <a:spcPct val="120000"/>
                        </a:lnSpc>
                        <a:spcBef>
                          <a:spcPts val="0"/>
                        </a:spcBef>
                        <a:spcAft>
                          <a:spcPts val="0"/>
                        </a:spcAft>
                        <a:buNone/>
                      </a:pPr>
                      <a:r>
                        <a:rPr lang="en-US" altLang="zh-CN" sz="2000" b="1" spc="130">
                          <a:ln>
                            <a:noFill/>
                          </a:ln>
                          <a:solidFill>
                            <a:schemeClr val="accent4">
                              <a:lumMod val="75000"/>
                            </a:schemeClr>
                          </a:solidFill>
                          <a:latin typeface="Times New Roman Bold" panose="02020603050405020304" charset="0"/>
                          <a:ea typeface="微软雅黑" charset="0"/>
                          <a:cs typeface="Times New Roman Bold" panose="02020603050405020304" charset="0"/>
                        </a:rPr>
                        <a:t>Lower</a:t>
                      </a:r>
                      <a:endParaRPr lang="en-US" altLang="zh-CN" sz="2000" b="1" spc="130">
                        <a:ln>
                          <a:noFill/>
                        </a:ln>
                        <a:solidFill>
                          <a:schemeClr val="accent4">
                            <a:lumMod val="75000"/>
                          </a:schemeClr>
                        </a:solidFill>
                        <a:latin typeface="Times New Roman Bold" panose="02020603050405020304" charset="0"/>
                        <a:ea typeface="微软雅黑" charset="0"/>
                        <a:cs typeface="Times New Roman Bold" panose="02020603050405020304" charset="0"/>
                      </a:endParaRPr>
                    </a:p>
                  </a:txBody>
                  <a:tcPr marL="215900" marR="215900" marT="133350" marB="133350" anchor="ctr" anchorCtr="0">
                    <a:solidFill>
                      <a:schemeClr val="accent4">
                        <a:lumMod val="20000"/>
                        <a:lumOff val="80000"/>
                        <a:alpha val="96000"/>
                      </a:schemeClr>
                    </a:solidFill>
                  </a:tcPr>
                </a:tc>
              </a:tr>
              <a:tr h="632460">
                <a:tc>
                  <a:txBody>
                    <a:bodyPr/>
                    <a:p>
                      <a:pPr algn="ctr">
                        <a:lnSpc>
                          <a:spcPct val="120000"/>
                        </a:lnSpc>
                        <a:spcBef>
                          <a:spcPts val="0"/>
                        </a:spcBef>
                        <a:spcAft>
                          <a:spcPts val="0"/>
                        </a:spcAft>
                        <a:buNone/>
                      </a:pPr>
                      <a:r>
                        <a:rPr lang="en-US" altLang="zh-CN" sz="2000" b="1" spc="130">
                          <a:ln>
                            <a:noFill/>
                          </a:ln>
                          <a:solidFill>
                            <a:schemeClr val="accent4">
                              <a:lumMod val="75000"/>
                            </a:schemeClr>
                          </a:solidFill>
                          <a:latin typeface="Times New Roman Bold" panose="02020603050405020304" charset="0"/>
                          <a:ea typeface="微软雅黑" charset="0"/>
                          <a:cs typeface="Times New Roman Bold" panose="02020603050405020304" charset="0"/>
                        </a:rPr>
                        <a:t>RK4</a:t>
                      </a:r>
                      <a:endParaRPr lang="en-US" altLang="zh-CN" sz="2000" b="1" spc="130">
                        <a:ln>
                          <a:noFill/>
                        </a:ln>
                        <a:solidFill>
                          <a:schemeClr val="accent4">
                            <a:lumMod val="75000"/>
                          </a:schemeClr>
                        </a:solidFill>
                        <a:latin typeface="Times New Roman Bold" panose="02020603050405020304" charset="0"/>
                        <a:ea typeface="微软雅黑" charset="0"/>
                        <a:cs typeface="Times New Roman Bold" panose="02020603050405020304" charset="0"/>
                      </a:endParaRPr>
                    </a:p>
                  </a:txBody>
                  <a:tcPr marL="215900" marR="215900" marT="133350" marB="133350" anchor="ctr" anchorCtr="0">
                    <a:solidFill>
                      <a:schemeClr val="accent4">
                        <a:lumMod val="20000"/>
                        <a:lumOff val="80000"/>
                        <a:alpha val="96000"/>
                      </a:schemeClr>
                    </a:solidFill>
                  </a:tcPr>
                </a:tc>
                <a:tc>
                  <a:txBody>
                    <a:bodyPr/>
                    <a:p>
                      <a:pPr algn="ctr">
                        <a:lnSpc>
                          <a:spcPct val="120000"/>
                        </a:lnSpc>
                        <a:spcBef>
                          <a:spcPts val="0"/>
                        </a:spcBef>
                        <a:spcAft>
                          <a:spcPts val="0"/>
                        </a:spcAft>
                        <a:buNone/>
                      </a:pPr>
                      <a:r>
                        <a:rPr lang="en-US" altLang="zh-CN" sz="2000" b="1" spc="130">
                          <a:ln>
                            <a:noFill/>
                          </a:ln>
                          <a:solidFill>
                            <a:schemeClr val="accent4">
                              <a:lumMod val="75000"/>
                            </a:schemeClr>
                          </a:solidFill>
                          <a:latin typeface="Times New Roman Bold" panose="02020603050405020304" charset="0"/>
                          <a:ea typeface="微软雅黑" charset="0"/>
                          <a:cs typeface="Times New Roman Bold" panose="02020603050405020304" charset="0"/>
                        </a:rPr>
                        <a:t>higher-order step integration</a:t>
                      </a:r>
                      <a:endParaRPr lang="en-US" altLang="zh-CN" sz="2000" b="1" spc="130">
                        <a:ln>
                          <a:noFill/>
                        </a:ln>
                        <a:solidFill>
                          <a:schemeClr val="accent4">
                            <a:lumMod val="75000"/>
                          </a:schemeClr>
                        </a:solidFill>
                        <a:latin typeface="Times New Roman Bold" panose="02020603050405020304" charset="0"/>
                        <a:ea typeface="微软雅黑" charset="0"/>
                        <a:cs typeface="Times New Roman Bold" panose="02020603050405020304" charset="0"/>
                      </a:endParaRPr>
                    </a:p>
                  </a:txBody>
                  <a:tcPr marL="215900" marR="215900" marT="133350" marB="133350" anchor="ctr" anchorCtr="0">
                    <a:solidFill>
                      <a:schemeClr val="accent4">
                        <a:lumMod val="20000"/>
                        <a:lumOff val="80000"/>
                        <a:alpha val="96000"/>
                      </a:schemeClr>
                    </a:solidFill>
                  </a:tcPr>
                </a:tc>
                <a:tc>
                  <a:txBody>
                    <a:bodyPr/>
                    <a:p>
                      <a:pPr algn="ctr">
                        <a:lnSpc>
                          <a:spcPct val="120000"/>
                        </a:lnSpc>
                        <a:spcBef>
                          <a:spcPts val="0"/>
                        </a:spcBef>
                        <a:spcAft>
                          <a:spcPts val="0"/>
                        </a:spcAft>
                        <a:buNone/>
                      </a:pPr>
                      <a:r>
                        <a:rPr lang="en-US" altLang="zh-CN" sz="2000" b="1" spc="130">
                          <a:ln>
                            <a:noFill/>
                          </a:ln>
                          <a:solidFill>
                            <a:schemeClr val="accent4">
                              <a:lumMod val="75000"/>
                            </a:schemeClr>
                          </a:solidFill>
                          <a:latin typeface="Times New Roman Bold" panose="02020603050405020304" charset="0"/>
                          <a:ea typeface="微软雅黑" charset="0"/>
                          <a:cs typeface="Times New Roman Bold" panose="02020603050405020304" charset="0"/>
                        </a:rPr>
                        <a:t>Higher</a:t>
                      </a:r>
                      <a:endParaRPr lang="en-US" altLang="zh-CN" sz="2000" b="1" spc="130">
                        <a:ln>
                          <a:noFill/>
                        </a:ln>
                        <a:solidFill>
                          <a:schemeClr val="accent4">
                            <a:lumMod val="75000"/>
                          </a:schemeClr>
                        </a:solidFill>
                        <a:latin typeface="Times New Roman Bold" panose="02020603050405020304" charset="0"/>
                        <a:ea typeface="微软雅黑" charset="0"/>
                        <a:cs typeface="Times New Roman Bold" panose="02020603050405020304" charset="0"/>
                      </a:endParaRPr>
                    </a:p>
                  </a:txBody>
                  <a:tcPr marL="215900" marR="215900" marT="133350" marB="133350" anchor="ctr" anchorCtr="0">
                    <a:solidFill>
                      <a:schemeClr val="accent4">
                        <a:lumMod val="20000"/>
                        <a:lumOff val="80000"/>
                        <a:alpha val="96000"/>
                      </a:schemeClr>
                    </a:solidFill>
                  </a:tcPr>
                </a:tc>
              </a:tr>
            </a:tbl>
          </a:graphicData>
        </a:graphic>
      </p:graphicFrame>
      <p:sp>
        <p:nvSpPr>
          <p:cNvPr id="9" name="文本框 8"/>
          <p:cNvSpPr txBox="1"/>
          <p:nvPr/>
        </p:nvSpPr>
        <p:spPr>
          <a:xfrm>
            <a:off x="634365" y="3490595"/>
            <a:ext cx="5196840" cy="389890"/>
          </a:xfrm>
          <a:prstGeom prst="rect">
            <a:avLst/>
          </a:prstGeom>
        </p:spPr>
        <p:txBody>
          <a:bodyPr>
            <a:noAutofit/>
          </a:bodyPr>
          <a:p>
            <a:r>
              <a:rPr lang="en-US" altLang="zh-CN" sz="1600">
                <a:latin typeface="Times New Roman Regular" panose="02020603050405020304" charset="0"/>
                <a:cs typeface="Times New Roman Regular" panose="02020603050405020304" charset="0"/>
              </a:rPr>
              <a:t>Reference solution generated by SciPy solve_ivp</a:t>
            </a:r>
            <a:endParaRPr lang="en-US" altLang="zh-CN" sz="1600">
              <a:latin typeface="Times New Roman Regular" panose="02020603050405020304" charset="0"/>
              <a:cs typeface="Times New Roman Regular" panose="0202060305040502030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6E12CD-FCB1-464E-A775-0B83FDDACE03}" type="slidenum">
              <a:rPr lang="en-US" smtClean="0"/>
            </a:fld>
            <a:endParaRPr lang="en-US" dirty="0"/>
          </a:p>
        </p:txBody>
      </p:sp>
      <p:sp>
        <p:nvSpPr>
          <p:cNvPr id="5" name="Title 1"/>
          <p:cNvSpPr>
            <a:spLocks noGrp="1"/>
          </p:cNvSpPr>
          <p:nvPr/>
        </p:nvSpPr>
        <p:spPr>
          <a:xfrm>
            <a:off x="349885" y="90805"/>
            <a:ext cx="5196205" cy="69469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Arial" panose="020B0604020202090204"/>
                <a:ea typeface="+mj-ea"/>
                <a:cs typeface="Arial" panose="020B0604020202090204"/>
              </a:defRPr>
            </a:lvl1pPr>
          </a:lstStyle>
          <a:p>
            <a:pPr algn="l"/>
            <a:r>
              <a:rPr lang="en-US" altLang="zh-CN" sz="2800">
                <a:solidFill>
                  <a:schemeClr val="accent4">
                    <a:lumMod val="50000"/>
                  </a:schemeClr>
                </a:solidFill>
                <a:latin typeface="Times New Roman Regular" panose="02020603050405020304" charset="0"/>
                <a:cs typeface="Times New Roman Regular" panose="02020603050405020304" charset="0"/>
              </a:rPr>
              <a:t>Method: PINN</a:t>
            </a:r>
            <a:endParaRPr lang="en-US" altLang="zh-CN" sz="2800">
              <a:solidFill>
                <a:schemeClr val="accent4">
                  <a:lumMod val="50000"/>
                </a:schemeClr>
              </a:solidFill>
              <a:latin typeface="Times New Roman Regular" panose="02020603050405020304" charset="0"/>
              <a:cs typeface="Times New Roman Regular" panose="02020603050405020304" charset="0"/>
            </a:endParaRPr>
          </a:p>
        </p:txBody>
      </p:sp>
      <p:sp>
        <p:nvSpPr>
          <p:cNvPr id="2" name="文本框 1"/>
          <p:cNvSpPr txBox="1"/>
          <p:nvPr/>
        </p:nvSpPr>
        <p:spPr>
          <a:xfrm>
            <a:off x="474345" y="802958"/>
            <a:ext cx="5080000" cy="398780"/>
          </a:xfrm>
          <a:prstGeom prst="rect">
            <a:avLst/>
          </a:prstGeom>
        </p:spPr>
        <p:txBody>
          <a:bodyPr>
            <a:spAutoFit/>
          </a:bodyPr>
          <a:p>
            <a:pPr lvl="0" algn="l">
              <a:buClrTx/>
              <a:buSzTx/>
              <a:buFontTx/>
            </a:pPr>
            <a:r>
              <a:rPr lang="en-US" altLang="zh-CN" sz="2000">
                <a:solidFill>
                  <a:schemeClr val="accent4">
                    <a:lumMod val="75000"/>
                  </a:schemeClr>
                </a:solidFill>
                <a:latin typeface="Times New Roman Regular" panose="02020603050405020304" charset="0"/>
                <a:cs typeface="Times New Roman Regular" panose="02020603050405020304" charset="0"/>
                <a:sym typeface="+mn-ea"/>
              </a:rPr>
              <a:t>PINN idea</a:t>
            </a:r>
            <a:endParaRPr lang="en-US" altLang="zh-CN" sz="2000">
              <a:solidFill>
                <a:schemeClr val="accent4">
                  <a:lumMod val="75000"/>
                </a:schemeClr>
              </a:solidFill>
              <a:latin typeface="Times New Roman Regular" panose="02020603050405020304" charset="0"/>
              <a:cs typeface="Times New Roman Regular" panose="02020603050405020304" charset="0"/>
              <a:sym typeface="+mn-ea"/>
            </a:endParaRPr>
          </a:p>
        </p:txBody>
      </p:sp>
      <p:sp>
        <p:nvSpPr>
          <p:cNvPr id="3" name="文本框 2"/>
          <p:cNvSpPr txBox="1"/>
          <p:nvPr/>
        </p:nvSpPr>
        <p:spPr>
          <a:xfrm>
            <a:off x="448310" y="2144078"/>
            <a:ext cx="5080000" cy="398780"/>
          </a:xfrm>
          <a:prstGeom prst="rect">
            <a:avLst/>
          </a:prstGeom>
        </p:spPr>
        <p:txBody>
          <a:bodyPr>
            <a:spAutoFit/>
          </a:bodyPr>
          <a:p>
            <a:pPr lvl="0" algn="l">
              <a:buClrTx/>
              <a:buSzTx/>
              <a:buFontTx/>
            </a:pPr>
            <a:r>
              <a:rPr lang="en-US" altLang="zh-CN" sz="2000">
                <a:solidFill>
                  <a:schemeClr val="accent4">
                    <a:lumMod val="75000"/>
                  </a:schemeClr>
                </a:solidFill>
                <a:latin typeface="Times New Roman Regular" panose="02020603050405020304" charset="0"/>
                <a:cs typeface="Times New Roman Regular" panose="02020603050405020304" charset="0"/>
                <a:sym typeface="+mn-ea"/>
              </a:rPr>
              <a:t>loss </a:t>
            </a:r>
            <a:r>
              <a:rPr lang="en-US" altLang="zh-CN" sz="2000">
                <a:solidFill>
                  <a:schemeClr val="accent4">
                    <a:lumMod val="75000"/>
                  </a:schemeClr>
                </a:solidFill>
                <a:latin typeface="Times New Roman Regular" panose="02020603050405020304" charset="0"/>
                <a:cs typeface="Times New Roman Regular" panose="02020603050405020304" charset="0"/>
                <a:sym typeface="+mn-ea"/>
              </a:rPr>
              <a:t>includes</a:t>
            </a:r>
            <a:endParaRPr lang="en-US" altLang="zh-CN" sz="2000">
              <a:solidFill>
                <a:schemeClr val="accent4">
                  <a:lumMod val="75000"/>
                </a:schemeClr>
              </a:solidFill>
              <a:latin typeface="Times New Roman Regular" panose="02020603050405020304" charset="0"/>
              <a:cs typeface="Times New Roman Regular" panose="02020603050405020304" charset="0"/>
              <a:sym typeface="+mn-ea"/>
            </a:endParaRPr>
          </a:p>
        </p:txBody>
      </p:sp>
      <p:pic>
        <p:nvPicPr>
          <p:cNvPr id="6" name="图片 5" descr="截屏2026-03-18 下午8.59.07"/>
          <p:cNvPicPr>
            <a:picLocks noChangeAspect="1"/>
          </p:cNvPicPr>
          <p:nvPr/>
        </p:nvPicPr>
        <p:blipFill>
          <a:blip r:embed="rId1"/>
          <a:stretch>
            <a:fillRect/>
          </a:stretch>
        </p:blipFill>
        <p:spPr>
          <a:xfrm>
            <a:off x="585470" y="1269365"/>
            <a:ext cx="2832100" cy="800100"/>
          </a:xfrm>
          <a:prstGeom prst="rect">
            <a:avLst/>
          </a:prstGeom>
        </p:spPr>
      </p:pic>
      <p:pic>
        <p:nvPicPr>
          <p:cNvPr id="7" name="图片 6" descr="截屏2026-03-18 下午8.59.14"/>
          <p:cNvPicPr>
            <a:picLocks noChangeAspect="1"/>
          </p:cNvPicPr>
          <p:nvPr/>
        </p:nvPicPr>
        <p:blipFill>
          <a:blip r:embed="rId2"/>
          <a:stretch>
            <a:fillRect/>
          </a:stretch>
        </p:blipFill>
        <p:spPr>
          <a:xfrm>
            <a:off x="617220" y="2573020"/>
            <a:ext cx="2463800" cy="1143000"/>
          </a:xfrm>
          <a:prstGeom prst="rect">
            <a:avLst/>
          </a:prstGeom>
        </p:spPr>
      </p:pic>
      <p:pic>
        <p:nvPicPr>
          <p:cNvPr id="8" name="图片 7" descr="截屏2026-03-18 下午8.59.21"/>
          <p:cNvPicPr>
            <a:picLocks noChangeAspect="1"/>
          </p:cNvPicPr>
          <p:nvPr/>
        </p:nvPicPr>
        <p:blipFill>
          <a:blip r:embed="rId3"/>
          <a:stretch>
            <a:fillRect/>
          </a:stretch>
        </p:blipFill>
        <p:spPr>
          <a:xfrm>
            <a:off x="4912360" y="1741805"/>
            <a:ext cx="3774440" cy="1142365"/>
          </a:xfrm>
          <a:prstGeom prst="rect">
            <a:avLst/>
          </a:prstGeom>
        </p:spPr>
      </p:pic>
      <p:cxnSp>
        <p:nvCxnSpPr>
          <p:cNvPr id="9" name="直接连接符 8"/>
          <p:cNvCxnSpPr/>
          <p:nvPr/>
        </p:nvCxnSpPr>
        <p:spPr>
          <a:xfrm>
            <a:off x="3936365" y="696595"/>
            <a:ext cx="0" cy="3482975"/>
          </a:xfrm>
          <a:prstGeom prst="line">
            <a:avLst/>
          </a:prstGeom>
          <a:ln>
            <a:solidFill>
              <a:schemeClr val="accent4">
                <a:lumMod val="40000"/>
                <a:lumOff val="60000"/>
              </a:schemeClr>
            </a:solidFill>
          </a:ln>
        </p:spPr>
        <p:style>
          <a:lnRef idx="3">
            <a:schemeClr val="accent1"/>
          </a:lnRef>
          <a:fillRef idx="0">
            <a:srgbClr val="FFFFFF"/>
          </a:fillRef>
          <a:effectRef idx="0">
            <a:srgbClr val="FFFFFF"/>
          </a:effectRef>
          <a:fontRef idx="minor">
            <a:schemeClr val="tx1"/>
          </a:fontRef>
        </p:style>
      </p:cxn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6E12CD-FCB1-464E-A775-0B83FDDACE03}" type="slidenum">
              <a:rPr lang="en-US" smtClean="0"/>
            </a:fld>
            <a:endParaRPr lang="en-US" dirty="0"/>
          </a:p>
        </p:txBody>
      </p:sp>
      <p:sp>
        <p:nvSpPr>
          <p:cNvPr id="5" name="Title 1"/>
          <p:cNvSpPr>
            <a:spLocks noGrp="1"/>
          </p:cNvSpPr>
          <p:nvPr/>
        </p:nvSpPr>
        <p:spPr>
          <a:xfrm>
            <a:off x="349885" y="90805"/>
            <a:ext cx="5196205" cy="69469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Arial" panose="020B0604020202090204"/>
                <a:ea typeface="+mj-ea"/>
                <a:cs typeface="Arial" panose="020B0604020202090204"/>
              </a:defRPr>
            </a:lvl1pPr>
          </a:lstStyle>
          <a:p>
            <a:pPr algn="l"/>
            <a:r>
              <a:rPr lang="en-US" altLang="zh-CN" sz="2800">
                <a:solidFill>
                  <a:schemeClr val="accent4">
                    <a:lumMod val="50000"/>
                  </a:schemeClr>
                </a:solidFill>
                <a:latin typeface="Times New Roman Regular" panose="02020603050405020304" charset="0"/>
                <a:cs typeface="Times New Roman Regular" panose="02020603050405020304" charset="0"/>
              </a:rPr>
              <a:t>Result: Classical solvers</a:t>
            </a:r>
            <a:endParaRPr lang="en-US" altLang="zh-CN" sz="2800">
              <a:solidFill>
                <a:schemeClr val="accent4">
                  <a:lumMod val="50000"/>
                </a:schemeClr>
              </a:solidFill>
              <a:latin typeface="Times New Roman Regular" panose="02020603050405020304" charset="0"/>
              <a:cs typeface="Times New Roman Regular" panose="02020603050405020304" charset="0"/>
            </a:endParaRPr>
          </a:p>
        </p:txBody>
      </p:sp>
      <p:graphicFrame>
        <p:nvGraphicFramePr>
          <p:cNvPr id="3" name="表格 2"/>
          <p:cNvGraphicFramePr/>
          <p:nvPr>
            <p:custDataLst>
              <p:tags r:id="rId1"/>
            </p:custDataLst>
          </p:nvPr>
        </p:nvGraphicFramePr>
        <p:xfrm>
          <a:off x="4775200" y="1800860"/>
          <a:ext cx="4232910" cy="1286510"/>
        </p:xfrm>
        <a:graphic>
          <a:graphicData uri="http://schemas.openxmlformats.org/drawingml/2006/table">
            <a:tbl>
              <a:tblPr firstRow="1" bandRow="1">
                <a:tableStyleId>{5C22544A-7EE6-4342-B048-85BDC9FD1C3A}</a:tableStyleId>
              </a:tblPr>
              <a:tblGrid>
                <a:gridCol w="1117600"/>
                <a:gridCol w="3115310"/>
              </a:tblGrid>
              <a:tr h="654050">
                <a:tc>
                  <a:txBody>
                    <a:bodyPr/>
                    <a:p>
                      <a:pPr algn="ctr">
                        <a:lnSpc>
                          <a:spcPct val="120000"/>
                        </a:lnSpc>
                        <a:spcBef>
                          <a:spcPts val="0"/>
                        </a:spcBef>
                        <a:spcAft>
                          <a:spcPts val="0"/>
                        </a:spcAft>
                        <a:buNone/>
                      </a:pPr>
                      <a:r>
                        <a:rPr lang="en-US" altLang="zh-CN" sz="2000" b="1">
                          <a:ln>
                            <a:noFill/>
                          </a:ln>
                          <a:solidFill>
                            <a:schemeClr val="accent4">
                              <a:lumMod val="75000"/>
                            </a:schemeClr>
                          </a:solidFill>
                          <a:latin typeface="Times New Roman Bold" panose="02020603050405020304" charset="0"/>
                          <a:cs typeface="Times New Roman Bold" panose="02020603050405020304" charset="0"/>
                        </a:rPr>
                        <a:t>Euler</a:t>
                      </a:r>
                      <a:endParaRPr lang="en-US" altLang="zh-CN" sz="2000" b="1">
                        <a:ln>
                          <a:noFill/>
                        </a:ln>
                        <a:solidFill>
                          <a:schemeClr val="accent4">
                            <a:lumMod val="75000"/>
                          </a:schemeClr>
                        </a:solidFill>
                        <a:latin typeface="Times New Roman Bold" panose="02020603050405020304" charset="0"/>
                        <a:cs typeface="Times New Roman Bold" panose="02020603050405020304" charset="0"/>
                      </a:endParaRPr>
                    </a:p>
                  </a:txBody>
                  <a:tcPr marL="215900" marR="215900" marT="133350" marB="133350" anchor="ctr" anchorCtr="0">
                    <a:solidFill>
                      <a:schemeClr val="accent4">
                        <a:lumMod val="20000"/>
                        <a:lumOff val="80000"/>
                        <a:alpha val="96000"/>
                      </a:schemeClr>
                    </a:solidFill>
                  </a:tcPr>
                </a:tc>
                <a:tc>
                  <a:txBody>
                    <a:bodyPr/>
                    <a:p>
                      <a:pPr algn="ctr"/>
                      <a:r>
                        <a:rPr lang="en-US" altLang="zh-CN" sz="2000" b="1">
                          <a:ln>
                            <a:noFill/>
                          </a:ln>
                          <a:solidFill>
                            <a:schemeClr val="accent4">
                              <a:lumMod val="75000"/>
                            </a:schemeClr>
                          </a:solidFill>
                          <a:latin typeface="Times New Roman Bold" panose="02020603050405020304" charset="0"/>
                          <a:cs typeface="Times New Roman Bold" panose="02020603050405020304" charset="0"/>
                        </a:rPr>
                        <a:t>2.51×10</a:t>
                      </a:r>
                      <a:r>
                        <a:rPr lang="en-US" altLang="zh-CN" sz="2000" b="1" baseline="30000">
                          <a:ln>
                            <a:noFill/>
                          </a:ln>
                          <a:solidFill>
                            <a:schemeClr val="accent4">
                              <a:lumMod val="75000"/>
                            </a:schemeClr>
                          </a:solidFill>
                          <a:latin typeface="Times New Roman Bold" panose="02020603050405020304" charset="0"/>
                          <a:cs typeface="Times New Roman Bold" panose="02020603050405020304" charset="0"/>
                        </a:rPr>
                        <a:t>-3</a:t>
                      </a:r>
                      <a:endParaRPr lang="en-US" altLang="zh-CN" sz="2000" b="1" baseline="30000">
                        <a:ln>
                          <a:noFill/>
                        </a:ln>
                        <a:solidFill>
                          <a:schemeClr val="accent4">
                            <a:lumMod val="75000"/>
                          </a:schemeClr>
                        </a:solidFill>
                        <a:latin typeface="Times New Roman Bold" panose="02020603050405020304" charset="0"/>
                        <a:cs typeface="Times New Roman Bold" panose="02020603050405020304" charset="0"/>
                      </a:endParaRPr>
                    </a:p>
                  </a:txBody>
                  <a:tcPr marL="0" marR="0" marT="0" marB="0" anchor="ctr" anchorCtr="0">
                    <a:solidFill>
                      <a:schemeClr val="accent4">
                        <a:lumMod val="20000"/>
                        <a:lumOff val="80000"/>
                        <a:alpha val="96000"/>
                      </a:schemeClr>
                    </a:solidFill>
                  </a:tcPr>
                </a:tc>
              </a:tr>
              <a:tr h="632460">
                <a:tc>
                  <a:txBody>
                    <a:bodyPr/>
                    <a:p>
                      <a:pPr algn="ctr">
                        <a:lnSpc>
                          <a:spcPct val="120000"/>
                        </a:lnSpc>
                        <a:spcBef>
                          <a:spcPts val="0"/>
                        </a:spcBef>
                        <a:spcAft>
                          <a:spcPts val="0"/>
                        </a:spcAft>
                        <a:buNone/>
                      </a:pPr>
                      <a:r>
                        <a:rPr lang="en-US" altLang="zh-CN" sz="2000" b="1" spc="130">
                          <a:ln>
                            <a:noFill/>
                          </a:ln>
                          <a:solidFill>
                            <a:schemeClr val="accent4">
                              <a:lumMod val="75000"/>
                            </a:schemeClr>
                          </a:solidFill>
                          <a:latin typeface="Times New Roman Bold" panose="02020603050405020304" charset="0"/>
                          <a:ea typeface="微软雅黑" charset="0"/>
                          <a:cs typeface="Times New Roman Bold" panose="02020603050405020304" charset="0"/>
                        </a:rPr>
                        <a:t>RK4</a:t>
                      </a:r>
                      <a:endParaRPr lang="en-US" altLang="zh-CN" sz="2000" b="1" spc="130">
                        <a:ln>
                          <a:noFill/>
                        </a:ln>
                        <a:solidFill>
                          <a:schemeClr val="accent4">
                            <a:lumMod val="75000"/>
                          </a:schemeClr>
                        </a:solidFill>
                        <a:latin typeface="Times New Roman Bold" panose="02020603050405020304" charset="0"/>
                        <a:ea typeface="微软雅黑" charset="0"/>
                        <a:cs typeface="Times New Roman Bold" panose="02020603050405020304" charset="0"/>
                      </a:endParaRPr>
                    </a:p>
                  </a:txBody>
                  <a:tcPr marL="215900" marR="215900" marT="133350" marB="133350" anchor="ctr" anchorCtr="0">
                    <a:solidFill>
                      <a:schemeClr val="accent4">
                        <a:lumMod val="20000"/>
                        <a:lumOff val="80000"/>
                        <a:alpha val="96000"/>
                      </a:schemeClr>
                    </a:solidFill>
                  </a:tcPr>
                </a:tc>
                <a:tc>
                  <a:txBody>
                    <a:bodyPr/>
                    <a:p>
                      <a:pPr algn="ctr">
                        <a:lnSpc>
                          <a:spcPct val="120000"/>
                        </a:lnSpc>
                        <a:spcBef>
                          <a:spcPts val="0"/>
                        </a:spcBef>
                        <a:spcAft>
                          <a:spcPts val="0"/>
                        </a:spcAft>
                        <a:buNone/>
                      </a:pPr>
                      <a:r>
                        <a:rPr lang="en-US" altLang="zh-CN" sz="2000" b="1">
                          <a:ln>
                            <a:noFill/>
                          </a:ln>
                          <a:solidFill>
                            <a:schemeClr val="accent4">
                              <a:lumMod val="75000"/>
                            </a:schemeClr>
                          </a:solidFill>
                          <a:latin typeface="Times New Roman Bold" panose="02020603050405020304" charset="0"/>
                          <a:cs typeface="Times New Roman Bold" panose="02020603050405020304" charset="0"/>
                          <a:sym typeface="+mn-ea"/>
                        </a:rPr>
                        <a:t>3.04×10</a:t>
                      </a:r>
                      <a:r>
                        <a:rPr lang="en-US" altLang="zh-CN" sz="2000" b="1" baseline="30000">
                          <a:ln>
                            <a:noFill/>
                          </a:ln>
                          <a:solidFill>
                            <a:schemeClr val="accent4">
                              <a:lumMod val="75000"/>
                            </a:schemeClr>
                          </a:solidFill>
                          <a:latin typeface="Times New Roman Bold" panose="02020603050405020304" charset="0"/>
                          <a:cs typeface="Times New Roman Bold" panose="02020603050405020304" charset="0"/>
                          <a:sym typeface="+mn-ea"/>
                        </a:rPr>
                        <a:t>-7</a:t>
                      </a:r>
                      <a:endParaRPr lang="en-US" altLang="zh-CN" sz="2000" b="1" spc="130" baseline="30000">
                        <a:ln>
                          <a:noFill/>
                        </a:ln>
                        <a:solidFill>
                          <a:schemeClr val="accent4">
                            <a:lumMod val="75000"/>
                          </a:schemeClr>
                        </a:solidFill>
                        <a:latin typeface="Times New Roman Bold" panose="02020603050405020304" charset="0"/>
                        <a:ea typeface="微软雅黑" charset="0"/>
                        <a:cs typeface="Times New Roman Bold" panose="02020603050405020304" charset="0"/>
                        <a:sym typeface="+mn-ea"/>
                      </a:endParaRPr>
                    </a:p>
                  </a:txBody>
                  <a:tcPr marL="215900" marR="215900" marT="133350" marB="133350" anchor="ctr" anchorCtr="0">
                    <a:solidFill>
                      <a:schemeClr val="accent4">
                        <a:lumMod val="20000"/>
                        <a:lumOff val="80000"/>
                        <a:alpha val="96000"/>
                      </a:schemeClr>
                    </a:solidFill>
                  </a:tcPr>
                </a:tc>
              </a:tr>
            </a:tbl>
          </a:graphicData>
        </a:graphic>
      </p:graphicFrame>
      <p:pic>
        <p:nvPicPr>
          <p:cNvPr id="7" name="图片 6" descr="euler_rk4_comparison"/>
          <p:cNvPicPr>
            <a:picLocks noChangeAspect="1"/>
          </p:cNvPicPr>
          <p:nvPr/>
        </p:nvPicPr>
        <p:blipFill>
          <a:blip r:embed="rId2"/>
          <a:stretch>
            <a:fillRect/>
          </a:stretch>
        </p:blipFill>
        <p:spPr>
          <a:xfrm>
            <a:off x="349885" y="1207770"/>
            <a:ext cx="4318635" cy="272796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6E12CD-FCB1-464E-A775-0B83FDDACE03}" type="slidenum">
              <a:rPr lang="en-US" smtClean="0"/>
            </a:fld>
            <a:endParaRPr lang="en-US" dirty="0"/>
          </a:p>
        </p:txBody>
      </p:sp>
      <p:sp>
        <p:nvSpPr>
          <p:cNvPr id="5" name="Title 1"/>
          <p:cNvSpPr>
            <a:spLocks noGrp="1"/>
          </p:cNvSpPr>
          <p:nvPr/>
        </p:nvSpPr>
        <p:spPr>
          <a:xfrm>
            <a:off x="349885" y="90805"/>
            <a:ext cx="5196205" cy="69469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Arial" panose="020B0604020202090204"/>
                <a:ea typeface="+mj-ea"/>
                <a:cs typeface="Arial" panose="020B0604020202090204"/>
              </a:defRPr>
            </a:lvl1pPr>
          </a:lstStyle>
          <a:p>
            <a:pPr algn="l"/>
            <a:r>
              <a:rPr lang="en-US" altLang="zh-CN" sz="2800">
                <a:solidFill>
                  <a:schemeClr val="accent4">
                    <a:lumMod val="50000"/>
                  </a:schemeClr>
                </a:solidFill>
                <a:latin typeface="Times New Roman Regular" panose="02020603050405020304" charset="0"/>
                <a:cs typeface="Times New Roman Regular" panose="02020603050405020304" charset="0"/>
              </a:rPr>
              <a:t>Result: PINN</a:t>
            </a:r>
            <a:endParaRPr lang="en-US" altLang="zh-CN" sz="2800">
              <a:solidFill>
                <a:schemeClr val="accent4">
                  <a:lumMod val="50000"/>
                </a:schemeClr>
              </a:solidFill>
              <a:latin typeface="Times New Roman Regular" panose="02020603050405020304" charset="0"/>
              <a:cs typeface="Times New Roman Regular" panose="02020603050405020304" charset="0"/>
            </a:endParaRPr>
          </a:p>
        </p:txBody>
      </p:sp>
      <p:pic>
        <p:nvPicPr>
          <p:cNvPr id="2" name="图片 1" descr="pinn_vs_reference"/>
          <p:cNvPicPr>
            <a:picLocks noChangeAspect="1"/>
          </p:cNvPicPr>
          <p:nvPr/>
        </p:nvPicPr>
        <p:blipFill>
          <a:blip r:embed="rId1"/>
          <a:stretch>
            <a:fillRect/>
          </a:stretch>
        </p:blipFill>
        <p:spPr>
          <a:xfrm>
            <a:off x="527050" y="802005"/>
            <a:ext cx="3799840" cy="2400300"/>
          </a:xfrm>
          <a:prstGeom prst="rect">
            <a:avLst/>
          </a:prstGeom>
        </p:spPr>
      </p:pic>
      <p:pic>
        <p:nvPicPr>
          <p:cNvPr id="3" name="图片 2" descr="pinn_training_loss"/>
          <p:cNvPicPr>
            <a:picLocks noChangeAspect="1"/>
          </p:cNvPicPr>
          <p:nvPr/>
        </p:nvPicPr>
        <p:blipFill>
          <a:blip r:embed="rId2"/>
          <a:stretch>
            <a:fillRect/>
          </a:stretch>
        </p:blipFill>
        <p:spPr>
          <a:xfrm>
            <a:off x="4918710" y="696595"/>
            <a:ext cx="3556635" cy="2419350"/>
          </a:xfrm>
          <a:prstGeom prst="rect">
            <a:avLst/>
          </a:prstGeom>
        </p:spPr>
      </p:pic>
      <p:graphicFrame>
        <p:nvGraphicFramePr>
          <p:cNvPr id="6" name="表格 5"/>
          <p:cNvGraphicFramePr/>
          <p:nvPr>
            <p:custDataLst>
              <p:tags r:id="rId3"/>
            </p:custDataLst>
          </p:nvPr>
        </p:nvGraphicFramePr>
        <p:xfrm>
          <a:off x="2986405" y="3345815"/>
          <a:ext cx="3300095" cy="694690"/>
        </p:xfrm>
        <a:graphic>
          <a:graphicData uri="http://schemas.openxmlformats.org/drawingml/2006/table">
            <a:tbl>
              <a:tblPr firstRow="1" bandRow="1">
                <a:tableStyleId>{5C22544A-7EE6-4342-B048-85BDC9FD1C3A}</a:tableStyleId>
              </a:tblPr>
              <a:tblGrid>
                <a:gridCol w="1078230"/>
                <a:gridCol w="2221865"/>
              </a:tblGrid>
              <a:tr h="694690">
                <a:tc>
                  <a:txBody>
                    <a:bodyPr/>
                    <a:p>
                      <a:pPr algn="ctr">
                        <a:lnSpc>
                          <a:spcPct val="120000"/>
                        </a:lnSpc>
                        <a:spcBef>
                          <a:spcPts val="0"/>
                        </a:spcBef>
                        <a:spcAft>
                          <a:spcPts val="0"/>
                        </a:spcAft>
                        <a:buNone/>
                      </a:pPr>
                      <a:r>
                        <a:rPr lang="en-US" altLang="zh-CN" sz="2000" b="1">
                          <a:ln>
                            <a:noFill/>
                          </a:ln>
                          <a:solidFill>
                            <a:schemeClr val="accent4">
                              <a:lumMod val="75000"/>
                            </a:schemeClr>
                          </a:solidFill>
                          <a:latin typeface="Times New Roman Bold" panose="02020603050405020304" charset="0"/>
                          <a:cs typeface="Times New Roman Bold" panose="02020603050405020304" charset="0"/>
                        </a:rPr>
                        <a:t>PINN</a:t>
                      </a:r>
                      <a:endParaRPr lang="en-US" altLang="zh-CN" sz="2000" b="1">
                        <a:ln>
                          <a:noFill/>
                        </a:ln>
                        <a:solidFill>
                          <a:schemeClr val="accent4">
                            <a:lumMod val="75000"/>
                          </a:schemeClr>
                        </a:solidFill>
                        <a:latin typeface="Times New Roman Bold" panose="02020603050405020304" charset="0"/>
                        <a:cs typeface="Times New Roman Bold" panose="02020603050405020304" charset="0"/>
                      </a:endParaRPr>
                    </a:p>
                  </a:txBody>
                  <a:tcPr marL="215900" marR="215900" marT="133350" marB="133350" anchor="ctr" anchorCtr="0">
                    <a:solidFill>
                      <a:schemeClr val="accent4">
                        <a:lumMod val="20000"/>
                        <a:lumOff val="80000"/>
                        <a:alpha val="96000"/>
                      </a:schemeClr>
                    </a:solidFill>
                  </a:tcPr>
                </a:tc>
                <a:tc>
                  <a:txBody>
                    <a:bodyPr/>
                    <a:p>
                      <a:pPr algn="ctr"/>
                      <a:r>
                        <a:rPr lang="en-US" altLang="zh-CN" sz="2000" b="1">
                          <a:ln>
                            <a:noFill/>
                          </a:ln>
                          <a:solidFill>
                            <a:schemeClr val="accent4">
                              <a:lumMod val="75000"/>
                            </a:schemeClr>
                          </a:solidFill>
                          <a:latin typeface="Times New Roman Bold" panose="02020603050405020304" charset="0"/>
                          <a:cs typeface="Times New Roman Bold" panose="02020603050405020304" charset="0"/>
                        </a:rPr>
                        <a:t>2.6×10</a:t>
                      </a:r>
                      <a:r>
                        <a:rPr lang="en-US" altLang="zh-CN" sz="2000" b="1" baseline="30000">
                          <a:ln>
                            <a:noFill/>
                          </a:ln>
                          <a:solidFill>
                            <a:schemeClr val="accent4">
                              <a:lumMod val="75000"/>
                            </a:schemeClr>
                          </a:solidFill>
                          <a:latin typeface="Times New Roman Bold" panose="02020603050405020304" charset="0"/>
                          <a:cs typeface="Times New Roman Bold" panose="02020603050405020304" charset="0"/>
                        </a:rPr>
                        <a:t>-2</a:t>
                      </a:r>
                      <a:endParaRPr lang="en-US" altLang="zh-CN" sz="2000" b="1" baseline="30000">
                        <a:ln>
                          <a:noFill/>
                        </a:ln>
                        <a:solidFill>
                          <a:schemeClr val="accent4">
                            <a:lumMod val="75000"/>
                          </a:schemeClr>
                        </a:solidFill>
                        <a:latin typeface="Times New Roman Bold" panose="02020603050405020304" charset="0"/>
                        <a:cs typeface="Times New Roman Bold" panose="02020603050405020304" charset="0"/>
                      </a:endParaRPr>
                    </a:p>
                  </a:txBody>
                  <a:tcPr marL="0" marR="0" marT="0" marB="0" anchor="ctr" anchorCtr="0">
                    <a:solidFill>
                      <a:schemeClr val="accent4">
                        <a:lumMod val="20000"/>
                        <a:lumOff val="80000"/>
                        <a:alpha val="96000"/>
                      </a:schemeClr>
                    </a:solidFill>
                  </a:tcPr>
                </a:tc>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6E12CD-FCB1-464E-A775-0B83FDDACE03}" type="slidenum">
              <a:rPr lang="en-US" smtClean="0"/>
            </a:fld>
            <a:endParaRPr lang="en-US" dirty="0"/>
          </a:p>
        </p:txBody>
      </p:sp>
      <p:sp>
        <p:nvSpPr>
          <p:cNvPr id="5" name="Title 1"/>
          <p:cNvSpPr>
            <a:spLocks noGrp="1"/>
          </p:cNvSpPr>
          <p:nvPr/>
        </p:nvSpPr>
        <p:spPr>
          <a:xfrm>
            <a:off x="349885" y="90805"/>
            <a:ext cx="5196205" cy="69469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Arial" panose="020B0604020202090204"/>
                <a:ea typeface="+mj-ea"/>
                <a:cs typeface="Arial" panose="020B0604020202090204"/>
              </a:defRPr>
            </a:lvl1pPr>
          </a:lstStyle>
          <a:p>
            <a:pPr algn="l"/>
            <a:r>
              <a:rPr lang="en-US" altLang="zh-CN" sz="2800">
                <a:solidFill>
                  <a:schemeClr val="accent4">
                    <a:lumMod val="50000"/>
                  </a:schemeClr>
                </a:solidFill>
                <a:latin typeface="Times New Roman Regular" panose="02020603050405020304" charset="0"/>
                <a:cs typeface="Times New Roman Regular" panose="02020603050405020304" charset="0"/>
              </a:rPr>
              <a:t>Conclusion</a:t>
            </a:r>
            <a:endParaRPr lang="en-US" altLang="zh-CN" sz="2800">
              <a:solidFill>
                <a:schemeClr val="accent4">
                  <a:lumMod val="50000"/>
                </a:schemeClr>
              </a:solidFill>
              <a:latin typeface="Times New Roman Regular" panose="02020603050405020304" charset="0"/>
              <a:cs typeface="Times New Roman Regular" panose="02020603050405020304" charset="0"/>
            </a:endParaRPr>
          </a:p>
        </p:txBody>
      </p:sp>
      <p:sp>
        <p:nvSpPr>
          <p:cNvPr id="3" name="文本框 2"/>
          <p:cNvSpPr txBox="1"/>
          <p:nvPr/>
        </p:nvSpPr>
        <p:spPr>
          <a:xfrm>
            <a:off x="349885" y="1142365"/>
            <a:ext cx="8221345" cy="1814830"/>
          </a:xfrm>
          <a:prstGeom prst="rect">
            <a:avLst/>
          </a:prstGeom>
        </p:spPr>
        <p:txBody>
          <a:bodyPr wrap="square">
            <a:spAutoFit/>
          </a:bodyPr>
          <a:p>
            <a:pPr marL="457200" indent="-457200">
              <a:buFont typeface="Arial" panose="020B0604020202090204" pitchFamily="34" charset="0"/>
              <a:buChar char="•"/>
            </a:pPr>
            <a:r>
              <a:rPr lang="en-US" altLang="zh-CN" sz="2800">
                <a:latin typeface="Times New Roman Regular" panose="02020603050405020304" charset="0"/>
                <a:cs typeface="Times New Roman Regular" panose="02020603050405020304" charset="0"/>
              </a:rPr>
              <a:t>RK4 gave the best accuracy</a:t>
            </a:r>
            <a:endParaRPr lang="en-US" altLang="zh-CN" sz="2800">
              <a:latin typeface="Times New Roman Regular" panose="02020603050405020304" charset="0"/>
              <a:cs typeface="Times New Roman Regular" panose="02020603050405020304" charset="0"/>
            </a:endParaRPr>
          </a:p>
          <a:p>
            <a:pPr marL="457200" indent="-457200">
              <a:buFont typeface="Arial" panose="020B0604020202090204" pitchFamily="34" charset="0"/>
              <a:buChar char="•"/>
            </a:pPr>
            <a:r>
              <a:rPr lang="en-US" altLang="zh-CN" sz="2800">
                <a:latin typeface="Times New Roman Regular" panose="02020603050405020304" charset="0"/>
                <a:cs typeface="Times New Roman Regular" panose="02020603050405020304" charset="0"/>
              </a:rPr>
              <a:t>Euler captured the trend but had larger error</a:t>
            </a:r>
            <a:endParaRPr lang="en-US" altLang="zh-CN" sz="2800">
              <a:latin typeface="Times New Roman Regular" panose="02020603050405020304" charset="0"/>
              <a:cs typeface="Times New Roman Regular" panose="02020603050405020304" charset="0"/>
            </a:endParaRPr>
          </a:p>
          <a:p>
            <a:pPr marL="457200" indent="-457200">
              <a:buFont typeface="Arial" panose="020B0604020202090204" pitchFamily="34" charset="0"/>
              <a:buChar char="•"/>
            </a:pPr>
            <a:r>
              <a:rPr lang="en-US" altLang="zh-CN" sz="2800">
                <a:latin typeface="Times New Roman Regular" panose="02020603050405020304" charset="0"/>
                <a:cs typeface="Times New Roman Regular" panose="02020603050405020304" charset="0"/>
              </a:rPr>
              <a:t>PINN learned the qualitative behavior</a:t>
            </a:r>
            <a:endParaRPr lang="en-US" altLang="zh-CN" sz="2800">
              <a:latin typeface="Times New Roman Regular" panose="02020603050405020304" charset="0"/>
              <a:cs typeface="Times New Roman Regular" panose="02020603050405020304" charset="0"/>
            </a:endParaRPr>
          </a:p>
          <a:p>
            <a:pPr marL="457200" indent="-457200">
              <a:buFont typeface="Arial" panose="020B0604020202090204" pitchFamily="34" charset="0"/>
              <a:buChar char="•"/>
            </a:pPr>
            <a:r>
              <a:rPr lang="en-US" altLang="zh-CN" sz="2800">
                <a:latin typeface="Times New Roman Regular" panose="02020603050405020304" charset="0"/>
                <a:cs typeface="Times New Roman Regular" panose="02020603050405020304" charset="0"/>
              </a:rPr>
              <a:t>Classical solvers remain stronger for simple ODEs</a:t>
            </a:r>
            <a:endParaRPr lang="en-US" altLang="zh-CN" sz="2800">
              <a:latin typeface="Times New Roman Regular" panose="02020603050405020304" charset="0"/>
              <a:cs typeface="Times New Roman Regular" panose="02020603050405020304" charset="0"/>
            </a:endParaRPr>
          </a:p>
        </p:txBody>
      </p:sp>
      <p:sp>
        <p:nvSpPr>
          <p:cNvPr id="6" name="文本框 5"/>
          <p:cNvSpPr txBox="1"/>
          <p:nvPr/>
        </p:nvSpPr>
        <p:spPr>
          <a:xfrm>
            <a:off x="795655" y="3314065"/>
            <a:ext cx="7553325" cy="521970"/>
          </a:xfrm>
          <a:prstGeom prst="rect">
            <a:avLst/>
          </a:prstGeom>
          <a:noFill/>
        </p:spPr>
        <p:txBody>
          <a:bodyPr wrap="square" rtlCol="0">
            <a:spAutoFit/>
          </a:bodyPr>
          <a:p>
            <a:r>
              <a:rPr lang="en-US" altLang="zh-CN" sz="2800">
                <a:solidFill>
                  <a:schemeClr val="accent4">
                    <a:lumMod val="75000"/>
                  </a:schemeClr>
                </a:solidFill>
                <a:latin typeface="Times New Roman Regular" panose="02020603050405020304" charset="0"/>
                <a:cs typeface="Times New Roman Regular" panose="02020603050405020304" charset="0"/>
              </a:rPr>
              <a:t>PINNs may be useful for more complex problems</a:t>
            </a:r>
            <a:endParaRPr lang="en-US" altLang="zh-CN" sz="2800">
              <a:solidFill>
                <a:schemeClr val="accent4">
                  <a:lumMod val="75000"/>
                </a:schemeClr>
              </a:solidFill>
              <a:latin typeface="Times New Roman Regular" panose="02020603050405020304" charset="0"/>
              <a:cs typeface="Times New Roman Regular" panose="02020603050405020304" charset="0"/>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TABLE_ENDDRAG_ORIGIN_RECT" val="664*110"/>
  <p:tag name="TABLE_ENDDRAG_RECT" val="22*91*664*110"/>
  <p:tag name="TABLE_AUTOADJUST_FLAG" val="1"/>
</p:tagLst>
</file>

<file path=ppt/tags/tag2.xml><?xml version="1.0" encoding="utf-8"?>
<p:tagLst xmlns:p="http://schemas.openxmlformats.org/presentationml/2006/main">
  <p:tag name="TABLE_ENDDRAG_ORIGIN_RECT" val="333*96"/>
  <p:tag name="TABLE_ENDDRAG_RECT" val="336*256*333*96"/>
  <p:tag name="TABLE_AUTOADJUST_FLAG" val="1"/>
</p:tagLst>
</file>

<file path=ppt/tags/tag3.xml><?xml version="1.0" encoding="utf-8"?>
<p:tagLst xmlns:p="http://schemas.openxmlformats.org/presentationml/2006/main">
  <p:tag name="TABLE_ENDDRAG_ORIGIN_RECT" val="259*54"/>
  <p:tag name="TABLE_ENDDRAG_RECT" val="65*281*259*5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921</Words>
  <Application>WPS 演示</Application>
  <PresentationFormat>On-screen Show (16:9)</PresentationFormat>
  <Paragraphs>88</Paragraphs>
  <Slides>8</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8</vt:i4>
      </vt:variant>
    </vt:vector>
  </HeadingPairs>
  <TitlesOfParts>
    <vt:vector size="27" baseType="lpstr">
      <vt:lpstr>Arial</vt:lpstr>
      <vt:lpstr>宋体</vt:lpstr>
      <vt:lpstr>Wingdings</vt:lpstr>
      <vt:lpstr>Arial</vt:lpstr>
      <vt:lpstr>Times New Roman Bold</vt:lpstr>
      <vt:lpstr>Times New Roman Regular</vt:lpstr>
      <vt:lpstr>微软雅黑</vt:lpstr>
      <vt:lpstr>汉仪旗黑</vt:lpstr>
      <vt:lpstr>宋体</vt:lpstr>
      <vt:lpstr>Arial Unicode MS</vt:lpstr>
      <vt:lpstr>Calibri</vt:lpstr>
      <vt:lpstr>Helvetica Neue</vt:lpstr>
      <vt:lpstr>汉仪书宋二KW</vt:lpstr>
      <vt:lpstr>BatangChe</vt:lpstr>
      <vt:lpstr>Apple SD Gothic Neo</vt:lpstr>
      <vt:lpstr>DejaVuMathTeXGyre</vt:lpstr>
      <vt:lpstr>宋体-简</vt:lpstr>
      <vt:lpstr>微软雅黑</vt:lpstr>
      <vt:lpstr>Office Theme</vt:lpstr>
      <vt:lpstr>ELEC ENG499 Comparing Numerical Solvers and Physics-Informed Neural Networks for the Damped Harmonic Oscillator</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Geraldo Rivera</dc:creator>
  <cp:lastModifiedBy>Ch1ordiaZepox1de.♡</cp:lastModifiedBy>
  <cp:revision>45</cp:revision>
  <dcterms:created xsi:type="dcterms:W3CDTF">2026-03-19T04:22:11Z</dcterms:created>
  <dcterms:modified xsi:type="dcterms:W3CDTF">2026-03-19T04:22:11Z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668DD01AB1F4AA06234DBB69431A6D1E_43</vt:lpwstr>
  </property>
  <property fmtid="{D5CDD505-2E9C-101B-9397-08002B2CF9AE}" pid="3" name="KSOProductBuildVer">
    <vt:lpwstr>2052-7.5.1.8994</vt:lpwstr>
  </property>
</Properties>
</file>